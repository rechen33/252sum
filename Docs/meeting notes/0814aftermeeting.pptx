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  <p:sldId id="291" r:id="rId21"/>
    <p:sldId id="292" r:id="rId22"/>
    <p:sldId id="293" r:id="rId23"/>
    <p:sldId id="294" r:id="rId24"/>
    <p:sldId id="296" r:id="rId25"/>
    <p:sldId id="295" r:id="rId26"/>
    <p:sldId id="297" r:id="rId27"/>
    <p:sldId id="298" r:id="rId28"/>
    <p:sldId id="299" r:id="rId29"/>
    <p:sldId id="30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A27A2DE-D404-4E39-96F3-F8207532AED3}">
          <p14:sldIdLst>
            <p14:sldId id="276"/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  <p14:section name="0814" id="{6456247A-DE7C-43D4-8E19-41186FEC560F}">
          <p14:sldIdLst>
            <p14:sldId id="291"/>
            <p14:sldId id="292"/>
            <p14:sldId id="293"/>
            <p14:sldId id="294"/>
            <p14:sldId id="296"/>
            <p14:sldId id="295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70"/>
            <a:ext cx="10515600" cy="1325563"/>
          </a:xfrm>
        </p:spPr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1207008"/>
            <a:ext cx="11042904" cy="4969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 plots Az vs time + temps vs time  over 5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2 for one Az file (scatter)</a:t>
            </a:r>
          </a:p>
          <a:p>
            <a:pPr marL="0" indent="0">
              <a:buNone/>
            </a:pPr>
            <a:r>
              <a:rPr lang="en-US" dirty="0"/>
              <a:t>     3.0 data check how many line to time </a:t>
            </a:r>
          </a:p>
          <a:p>
            <a:pPr marL="0" indent="0">
              <a:buNone/>
            </a:pPr>
            <a:r>
              <a:rPr lang="en-US" dirty="0"/>
              <a:t>	hist line and time </a:t>
            </a:r>
          </a:p>
          <a:p>
            <a:pPr marL="0" indent="0">
              <a:buNone/>
            </a:pPr>
            <a:r>
              <a:rPr lang="en-US" dirty="0"/>
              <a:t>	good data break 5 min</a:t>
            </a:r>
          </a:p>
          <a:p>
            <a:pPr marL="0" indent="0">
              <a:buNone/>
            </a:pPr>
            <a:r>
              <a:rPr lang="en-US" dirty="0"/>
              <a:t>3 record median </a:t>
            </a:r>
            <a:r>
              <a:rPr lang="en-US" dirty="0" err="1"/>
              <a:t>ave</a:t>
            </a:r>
            <a:r>
              <a:rPr lang="en-US" dirty="0"/>
              <a:t> max min std(good) number of data point  time for data files (time format: </a:t>
            </a:r>
            <a:r>
              <a:rPr lang="en-US" dirty="0" err="1"/>
              <a:t>ctime</a:t>
            </a:r>
            <a:r>
              <a:rPr lang="en-US" dirty="0"/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3.1summary file with {filename}  </a:t>
            </a:r>
            <a:r>
              <a:rPr lang="en-US" dirty="0" err="1"/>
              <a:t>npy</a:t>
            </a:r>
            <a:r>
              <a:rPr lang="en-US" dirty="0"/>
              <a:t> vs csv  time and space 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3.2 during am run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4(further) overview slides </a:t>
            </a:r>
          </a:p>
          <a:p>
            <a:pPr marL="514350" indent="-514350">
              <a:buAutoNum type="arabicPlain" startAt="3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437132" y="1603533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line of sight to zenith </a:t>
            </a:r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040" y="2057685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3421673" y="3557888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3516973" y="4101745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040" y="3082304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6040" y="324505"/>
            <a:ext cx="7833359" cy="166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342654-F483-2802-D5EB-945D0DCC2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" y="3587953"/>
            <a:ext cx="3379148" cy="2546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1C7DFD-F0E9-A185-4141-DDC1AE4C5EA8}"/>
              </a:ext>
            </a:extLst>
          </p:cNvPr>
          <p:cNvSpPr txBox="1"/>
          <p:nvPr/>
        </p:nvSpPr>
        <p:spPr>
          <a:xfrm>
            <a:off x="173254" y="6111497"/>
            <a:ext cx="50479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From B.Nikolicetal.:PhasecorrectionforALMAwith183GHzwatervapourradiometers, 2013</a:t>
            </a:r>
          </a:p>
        </p:txBody>
      </p:sp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42815-AF27-BC4D-F609-FBF5C09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1754DEF7-6DF3-8134-595B-68D042769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2" y="-1"/>
            <a:ext cx="13324114" cy="6662057"/>
          </a:xfrm>
        </p:spPr>
      </p:pic>
    </p:spTree>
    <p:extLst>
      <p:ext uri="{BB962C8B-B14F-4D97-AF65-F5344CB8AC3E}">
        <p14:creationId xmlns:p14="http://schemas.microsoft.com/office/powerpoint/2010/main" val="3743580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1670-3B29-21B2-E82A-981824DD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93613-D407-2F04-34B3-2A34093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789DAC61-6594-8909-6585-1B08B41F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386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2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33C5-1E8F-6004-D91C-4246224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C087FFF8-DB0B-A093-C08F-16A0C231C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8522" y="56408"/>
            <a:ext cx="13490368" cy="6745184"/>
          </a:xfrm>
        </p:spPr>
      </p:pic>
    </p:spTree>
    <p:extLst>
      <p:ext uri="{BB962C8B-B14F-4D97-AF65-F5344CB8AC3E}">
        <p14:creationId xmlns:p14="http://schemas.microsoft.com/office/powerpoint/2010/main" val="204328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027E-178C-5586-976F-0F8F6C88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5623578-32D2-49D2-FACB-AF67973CA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182" y="103909"/>
            <a:ext cx="13300364" cy="6650182"/>
          </a:xfrm>
        </p:spPr>
      </p:pic>
    </p:spTree>
    <p:extLst>
      <p:ext uri="{BB962C8B-B14F-4D97-AF65-F5344CB8AC3E}">
        <p14:creationId xmlns:p14="http://schemas.microsoft.com/office/powerpoint/2010/main" val="1911856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8C1B-2D58-9B7E-1EEE-52C9FA50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line graph with white background&#10;&#10;AI-generated content may be incorrect.">
            <a:extLst>
              <a:ext uri="{FF2B5EF4-FFF2-40B4-BE49-F238E27FC236}">
                <a16:creationId xmlns:a16="http://schemas.microsoft.com/office/drawing/2014/main" id="{7B546698-9018-63A4-BAE9-6C7D8EFCE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5401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647995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7E2F-7E3F-C82C-38AE-F1599846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694A04CE-D44D-1831-D08A-511DCB5D2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3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68938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28C8-A49F-BD5C-61C7-FE42013D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showing a graph&#10;&#10;AI-generated content may be incorrect.">
            <a:extLst>
              <a:ext uri="{FF2B5EF4-FFF2-40B4-BE49-F238E27FC236}">
                <a16:creationId xmlns:a16="http://schemas.microsoft.com/office/drawing/2014/main" id="{0F78E4BE-5590-C488-B272-A2A93C9AB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3525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416539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690-898F-DF72-B638-E8A1A4C6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E48ACEA5-82DD-C886-235E-0C4CC112A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9774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1713242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DF5EF3-4E19-C6FD-F143-116DBC2BE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51" y="623197"/>
            <a:ext cx="5663610" cy="4046464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11C1C7E-A35F-4DC1-58D7-4EF2C0D1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968"/>
          <a:stretch>
            <a:fillRect/>
          </a:stretch>
        </p:blipFill>
        <p:spPr>
          <a:xfrm>
            <a:off x="6060561" y="805017"/>
            <a:ext cx="5509372" cy="36828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48E160C-4908-DEDF-3581-BD50B279D79F}"/>
              </a:ext>
            </a:extLst>
          </p:cNvPr>
          <p:cNvSpPr txBox="1"/>
          <p:nvPr/>
        </p:nvSpPr>
        <p:spPr>
          <a:xfrm>
            <a:off x="2482916" y="453920"/>
            <a:ext cx="14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MERRA-2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8ADF0-8771-5E12-E23D-DAA2E8EC7B97}"/>
              </a:ext>
            </a:extLst>
          </p:cNvPr>
          <p:cNvSpPr txBox="1"/>
          <p:nvPr/>
        </p:nvSpPr>
        <p:spPr>
          <a:xfrm>
            <a:off x="2751611" y="4512140"/>
            <a:ext cx="1441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From: Kuo, 2017</a:t>
            </a:r>
          </a:p>
        </p:txBody>
      </p:sp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A819EB07-4F83-0769-EDE7-BC0302FC4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083926"/>
              </p:ext>
            </p:extLst>
          </p:nvPr>
        </p:nvGraphicFramePr>
        <p:xfrm>
          <a:off x="4905156" y="4851481"/>
          <a:ext cx="59793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849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5644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26998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5F978FA-CB16-28DB-668B-4DEE08D70A4B}"/>
              </a:ext>
            </a:extLst>
          </p:cNvPr>
          <p:cNvSpPr txBox="1"/>
          <p:nvPr/>
        </p:nvSpPr>
        <p:spPr>
          <a:xfrm>
            <a:off x="8186105" y="466463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US"/>
              <a:t>AZ file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6743E-68C7-2737-DC7F-EE724DB6302E}"/>
              </a:ext>
            </a:extLst>
          </p:cNvPr>
          <p:cNvSpPr txBox="1"/>
          <p:nvPr/>
        </p:nvSpPr>
        <p:spPr>
          <a:xfrm>
            <a:off x="414883" y="5019135"/>
            <a:ext cx="4136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data are excluding summer months, which is November–February for the Southern Hemisphere.</a:t>
            </a:r>
          </a:p>
        </p:txBody>
      </p:sp>
    </p:spTree>
    <p:extLst>
      <p:ext uri="{BB962C8B-B14F-4D97-AF65-F5344CB8AC3E}">
        <p14:creationId xmlns:p14="http://schemas.microsoft.com/office/powerpoint/2010/main" val="29797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92543C-C102-DE03-E2C1-75DFBC9B96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107731"/>
              </p:ext>
            </p:extLst>
          </p:nvPr>
        </p:nvGraphicFramePr>
        <p:xfrm>
          <a:off x="168349" y="3530009"/>
          <a:ext cx="6151288" cy="174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7822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2507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250707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93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2860</TotalTime>
  <Words>377</Words>
  <Application>Microsoft Office PowerPoint</Application>
  <PresentationFormat>Widescreen</PresentationFormat>
  <Paragraphs>67</Paragraphs>
  <Slides>29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13</cp:revision>
  <dcterms:created xsi:type="dcterms:W3CDTF">2025-08-05T15:11:48Z</dcterms:created>
  <dcterms:modified xsi:type="dcterms:W3CDTF">2025-08-22T22:06:37Z</dcterms:modified>
</cp:coreProperties>
</file>