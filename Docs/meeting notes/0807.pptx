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3" r:id="rId6"/>
    <p:sldId id="260" r:id="rId7"/>
    <p:sldId id="261" r:id="rId8"/>
    <p:sldId id="269" r:id="rId9"/>
    <p:sldId id="271" r:id="rId10"/>
    <p:sldId id="272" r:id="rId11"/>
    <p:sldId id="273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152" y="-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06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24575,'84'1'0,"92"14"0,106-2 0,-35-5 0,694 59 0,-437-63 0,-273-6 0,-52 0 0,211 5 0,-222 8 0,26 1 0,746-7 0,-520-7 0,1966 2-1365,-2347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1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6:54:1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54:53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1 180 24575,'2306'0'-2466,"-2074"-12"-2726,-115-2 6657,-2-6 3598,222-30-3761,1 23-1269,-10 1-238,-243 16 205,113-7 0,575 14 0,-401 5 0,-140 11 0,-129-4 0,273-5 0,-217-6 0,64 2-19,692 2-311,2 21 78,150 4-2184,4-26-1217,-593-2 3071,-130 19 582,-183-5 0,502 6 6423,-486-16-5574,138 9-849,110 0 0,-33-13-1365,-351 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7:54:59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23892,'8839'52'0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20:05:36.6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154 91 24575,'22'-1'0,"0"-2"0,30-6 0,-8 1 0,488-57 0,-204 61 0,-180 6 0,-137-2 0,1 0 0,-1 1 0,1 0 0,-1 0 0,0 2 0,0-1 0,1 1 0,-2 1 0,1 0 0,0 1 0,-1 0 0,13 8 0,15 12 0,-1 1 0,-2 1 0,46 47 0,-76-68 0,0 1 0,-1-1 0,0 1 0,0 0 0,0 0 0,-1 0 0,0 1 0,3 12 0,0 3 0,4 38 0,-5 22 0,-7 124 0,-1-172 0,-2 0 0,0-1 0,-17 53 0,-44 101 0,43-127 0,4-6 0,0-3 0,-34 72 0,38-95 0,6-11 0,-18 29 0,23-42 0,0 0 0,-1 0 0,1 0 0,-1 0 0,0 0 0,0-1 0,-1 0 0,-11 6 0,5-4 0,0-1 0,-1 0 0,0-2 0,1 1 0,-2-1 0,1-1 0,-17 1 0,-98-3 0,75-2 0,-738-1 23,518 3-1411,252 0-5438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20:05:42.3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1529 74 24575,'0'-3'0,"0"-1"0,0 1 0,0-1 0,0 1 0,-1 0 0,0-1 0,1 1 0,-1 0 0,0-1 0,-1 1 0,1 0 0,0 0 0,-1 0 0,-3-5 0,2 6 0,1 0 0,-1 0 0,1 0 0,-1 1 0,0-1 0,1 1 0,-1-1 0,0 1 0,0 0 0,0 0 0,0 0 0,0 1 0,0-1 0,0 1 0,-1-1 0,-3 1 0,-177 1 0,71 1 0,-183 12 0,119 17 0,49-5 0,100-20 0,1 2 0,0 0 0,0 2 0,-28 15 0,44-20 0,-43 21 0,0 3 0,-70 50 0,96-61 0,21-13 0,-1-1 0,1 1 0,1 0 0,-1 0 0,1 1 0,0-1 0,0 2 0,0-1 0,-8 14 0,6-6 0,2 1 0,0 0 0,0 0 0,1 1 0,1 0 0,-3 21 0,-3 97 0,10-114 0,-2 25 0,2 0 0,6 49 0,-5-80 0,2-1 0,0 0 0,0 1 0,1-1 0,1-1 0,0 1 0,0-1 0,1 0 0,1 0 0,0 0 0,14 15 0,-6-11 0,2-1 0,0 0 0,0-2 0,2 0 0,-1-1 0,2 0 0,-1-2 0,31 12 0,23 4 0,80 17 0,-125-35 0,307 61 0,-172-38 0,-105-23 0,1-2 0,0-3 0,60-5 0,-29 1 0,-76 1-227,1-1-1,-1-1 1,1 0-1,-1-1 1,19-5-1,-17 1-6598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20:05:45.5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1964 37 24575,'-71'0'0,"-144"3"0,167 0 0,0 3 0,-69 16 0,-238 96 0,13 30 0,331-143 0,-293 147 0,256-124 0,0 2 0,2 2 0,2 2 0,-42 40 0,65-52 0,1 0 0,0 1 0,2 1 0,-29 50 0,38-57 0,1 0 0,1 1 0,1 0 0,0 0 0,1 1 0,1-1 0,1 1 0,-2 34 0,5-41 0,-1 17 0,1 0 0,5 36 0,-3-56 0,-1-1 0,1 1 0,1 0 0,0-1 0,0 1 0,1-1 0,0 0 0,0 0 0,0 0 0,1-1 0,10 12 0,-3-7 0,1 0 0,1 0 0,0-2 0,0 0 0,18 10 0,82 35 0,-81-40 0,26 10 0,0-2 0,117 27 0,-5 2 0,-95-27 0,33 13 0,-39-13 0,133 30 0,405 39 0,-539-88 0,117-6 0,-81-2 0,933 2 0,-1031 0 0,1 0 0,-1 0 0,0 0 0,1-1 0,-1 0 0,0-1 0,0 0 0,0 0 0,0 0 0,0-1 0,0 0 0,-1 0 0,0-1 0,12-8 0,52-37 0,-44 32 0,43-38 0,-61 48 0,-1-1 0,0 1 0,0-2 0,-1 1 0,0-1 0,-1 0 0,1 0 0,-2 0 0,6-16 0,-1-9 0,-1-1 0,-2 1 0,-2-2 0,-1 1 0,-2 0 0,-6-70 0,3 85 0,-2 0 0,-1 1 0,0-1 0,-1 1 0,-1 1 0,-1-1 0,-1 1 0,0 1 0,-1-1 0,-14-16 0,-13-14 0,-86-85 0,6 19-1124,-6 6 0,-4 6-1,-5 5 1,-4 6 0,-268-134 0,348 202 3194,-1 3 1,-115-25 0,113 32-1538,18 4-427,0 3-1,-53-3 1,-82 8-749,106 2-396,48-1-5787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C77B-551C-6FC0-7BFB-6C21799D2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A5CAB-50F6-C86C-07EA-4CF3B8D65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76E94-C4DC-443A-53D4-96B945DC9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8317-AED5-FC1B-FC8D-C20CDDB0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446D-C402-A83A-A624-C98733D9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8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C852-C056-9C10-3301-D6475E3B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F13CD-109E-5E6A-337D-B222D095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C1D0D-4AE9-F3E6-42EE-7F3A8380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4F572-E25E-7B2B-6CDE-D25A81CA8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975BA-180D-24CB-7DEB-92E8134B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9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07D9-00FA-2078-5105-A31C914E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6EE5F-7F35-0C06-BB7F-9DEB21F1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812C-44DA-CCEA-D2F7-667D097D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CBE37-2F5E-8132-0A04-09F0C1C5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B50A1-0966-F594-5FE8-6B09A14B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1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11E9-3570-5ACD-9FB1-0D74EDDC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89C7-7C5F-38C7-F2E5-608421579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B51D6-4408-49B7-D67C-86274E8E2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D89FB-A484-7C13-420A-E5A2763E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488E-4A1B-B28E-E027-15A7B146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40D51-0B49-9ACA-C99B-3BA8192E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0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672C-76A3-B2A7-42E0-315AA2D6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35413-87F4-5600-5D9D-7D41473DB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F9CB5-9621-215A-7760-18C45C7A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A9300-8270-CF2E-A9E5-1F018E9BA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57A68-4DEC-A8A5-4E8C-6E6A1F3DF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666A0-3762-8365-E99F-A90FFD84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886ED-C866-E803-1DE9-53BFA53B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2E5B7-1FC4-7FAD-FC9D-674C0611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0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81CB-E5B4-6156-5279-1718561D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5E0C0-648B-186A-FF4E-49ABB6A7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10261-667F-D133-9A75-ADA981E6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8A962-1E61-9969-A373-138E7232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6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9A3DA-5ED4-1C79-7B76-8F421C43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FE423-FAEF-2909-3A16-DFF5818D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9C545-1FE7-2B33-498B-BCB22033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4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74BC-25B4-98E3-BB33-194CC9B1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D2F3-430E-91FE-29C5-6AFBAD83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58E40-5A7F-62F8-ADCE-2D8B444B3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BBAE4-925C-6F4B-8F1B-5AA15869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FA95C-52F7-0A5A-4691-58E56C4E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7C1EF-14F2-2354-92FC-D4D167C5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1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FC11-C6B2-A69C-5F15-014D66FC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693CA-B5E3-2B1F-2420-49074E30B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9DEA1-915C-8563-DDBC-9B8C9E3FA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BB3D6-DCB8-DD1A-2359-9D8A3857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75D41-8F97-0EA0-568B-DA1DF136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DA975-2125-2471-2D66-02954B4E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0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8229-C74D-1F82-7AB6-A71F367B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40DDB-89FD-3D60-0418-7D09BB6EC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B5E41-76AD-8047-8826-97F8CC07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6FB61-C6CD-5262-384A-32B3AC2A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33773-2655-267B-3EB0-A5DE560D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16814-4F77-EF54-96BE-11A0AD3FA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5EF2C-40B8-9D9A-A47E-3CAC8A3EE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B1353-037E-ABDD-53FE-5789E54F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E6195-F03C-83B6-514B-A46A99409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7CD9-742D-8694-53ED-2E3BC3005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5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5B2FB-B840-1514-662C-7B869353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1B24A-372F-F47D-FC03-EA625B360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72559-8402-3E5D-C333-DA2E299B4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665DE-610D-4530-B0E8-1E86B60EE432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5BB1-7006-9255-06DF-E256CDA79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C22F3-816B-676B-BF81-30EA23A01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B805-F81D-45B8-80D3-7BCE58C02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2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7.xml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Diagram of a diagram of a slope&#10;&#10;AI-generated content may be incorrect.">
            <a:extLst>
              <a:ext uri="{FF2B5EF4-FFF2-40B4-BE49-F238E27FC236}">
                <a16:creationId xmlns:a16="http://schemas.microsoft.com/office/drawing/2014/main" id="{42DAAB27-0A38-D061-6D76-4426721EC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2709947"/>
            <a:ext cx="5895213" cy="41335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0907F7-AEFF-FB05-E679-83F42433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used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3A76B-5F0D-0D88-2A56-9C0AD1890B7D}"/>
              </a:ext>
            </a:extLst>
          </p:cNvPr>
          <p:cNvSpPr txBox="1"/>
          <p:nvPr/>
        </p:nvSpPr>
        <p:spPr>
          <a:xfrm>
            <a:off x="838200" y="2478083"/>
            <a:ext cx="5772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  <a:p>
            <a:r>
              <a:rPr lang="en-US" dirty="0"/>
              <a:t>TSRC0 TSRC1 TSRC2 TSRC3 : the observing temperature </a:t>
            </a:r>
          </a:p>
          <a:p>
            <a:r>
              <a:rPr lang="en-US" dirty="0"/>
              <a:t>EL </a:t>
            </a:r>
          </a:p>
          <a:p>
            <a:r>
              <a:rPr lang="en-US" dirty="0"/>
              <a:t>AZ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E34FB4-BAD2-8F79-8931-F8CCCE6A3966}"/>
              </a:ext>
            </a:extLst>
          </p:cNvPr>
          <p:cNvSpPr txBox="1"/>
          <p:nvPr/>
        </p:nvSpPr>
        <p:spPr>
          <a:xfrm>
            <a:off x="838200" y="1622720"/>
            <a:ext cx="865281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TIME …… TSRC0 TSRC1 TSRC2 TSRC3 EL AZ</a:t>
            </a:r>
          </a:p>
          <a:p>
            <a:r>
              <a:rPr lang="en-US" sz="1400" b="1" dirty="0">
                <a:solidFill>
                  <a:schemeClr val="bg1"/>
                </a:solidFill>
                <a:highlight>
                  <a:srgbClr val="000000"/>
                </a:highlight>
              </a:rPr>
              <a:t>2024-06-12T19:01:36.642127 …… 64.9747390747 34.9560852051 21.7463874817 16.6668453217 55.0 2.625</a:t>
            </a:r>
          </a:p>
        </p:txBody>
      </p:sp>
    </p:spTree>
    <p:extLst>
      <p:ext uri="{BB962C8B-B14F-4D97-AF65-F5344CB8AC3E}">
        <p14:creationId xmlns:p14="http://schemas.microsoft.com/office/powerpoint/2010/main" val="144513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6EB1CB07-4FD4-A0C2-3336-71A1D23C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6" t="48702" r="22797"/>
          <a:stretch>
            <a:fillRect/>
          </a:stretch>
        </p:blipFill>
        <p:spPr>
          <a:xfrm>
            <a:off x="269506" y="1039527"/>
            <a:ext cx="5707782" cy="705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FC5FC2-9941-2E65-1DE0-31041B015040}"/>
              </a:ext>
            </a:extLst>
          </p:cNvPr>
          <p:cNvSpPr txBox="1"/>
          <p:nvPr/>
        </p:nvSpPr>
        <p:spPr>
          <a:xfrm>
            <a:off x="173254" y="192505"/>
            <a:ext cx="2293064" cy="70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am fitting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F0DFE5-A6DC-DE55-E727-98D622B10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06" y="2204183"/>
            <a:ext cx="8564170" cy="22863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4E12F6-1DC6-57D8-8E13-F59581811CF3}"/>
              </a:ext>
            </a:extLst>
          </p:cNvPr>
          <p:cNvSpPr txBox="1"/>
          <p:nvPr/>
        </p:nvSpPr>
        <p:spPr>
          <a:xfrm>
            <a:off x="6096000" y="975728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F37B7-A53B-2D02-0F99-150B3529D79C}"/>
              </a:ext>
            </a:extLst>
          </p:cNvPr>
          <p:cNvSpPr txBox="1"/>
          <p:nvPr/>
        </p:nvSpPr>
        <p:spPr>
          <a:xfrm>
            <a:off x="269506" y="4775580"/>
            <a:ext cx="109136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The first warning seems to happen mostly in the mesosphere and stratosphere, rather than in the troposphere. Therefore, the </a:t>
            </a:r>
            <a:r>
              <a:rPr lang="en-US" altLang="en-US" sz="2400" dirty="0" err="1">
                <a:latin typeface="Arial" panose="020B0604020202020204" pitchFamily="34" charset="0"/>
              </a:rPr>
              <a:t>pwv</a:t>
            </a:r>
            <a:r>
              <a:rPr lang="en-US" altLang="en-US" sz="2400" dirty="0">
                <a:latin typeface="Arial" panose="020B0604020202020204" pitchFamily="34" charset="0"/>
              </a:rPr>
              <a:t> should have a very low influence.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The second warning is about the output tau, which we did use.</a:t>
            </a:r>
          </a:p>
        </p:txBody>
      </p:sp>
    </p:spTree>
    <p:extLst>
      <p:ext uri="{BB962C8B-B14F-4D97-AF65-F5344CB8AC3E}">
        <p14:creationId xmlns:p14="http://schemas.microsoft.com/office/powerpoint/2010/main" val="193746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80FA-537A-8AB3-577D-A17CDEB78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0517"/>
            <a:ext cx="10515600" cy="1325563"/>
          </a:xfrm>
        </p:spPr>
        <p:txBody>
          <a:bodyPr/>
          <a:lstStyle/>
          <a:p>
            <a:r>
              <a:rPr lang="en-US" dirty="0"/>
              <a:t>What’s the different of am fitting file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846278-C645-4232-AD32-6E724E95E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" t="35001" r="55252" b="7608"/>
          <a:stretch>
            <a:fillRect/>
          </a:stretch>
        </p:blipFill>
        <p:spPr>
          <a:xfrm>
            <a:off x="202130" y="1491916"/>
            <a:ext cx="5893869" cy="419378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0F3FFD-9827-E3A1-898C-6E19E06ED1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35" r="43072" b="7142"/>
          <a:stretch>
            <a:fillRect/>
          </a:stretch>
        </p:blipFill>
        <p:spPr>
          <a:xfrm>
            <a:off x="6319499" y="1491916"/>
            <a:ext cx="5679996" cy="419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21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6B6DC2-F677-3A2D-9C9E-3E54AAAF9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08" y="968435"/>
            <a:ext cx="7047446" cy="23907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902A71-3916-C538-C1D4-DF6B9B7DDCB5}"/>
              </a:ext>
            </a:extLst>
          </p:cNvPr>
          <p:cNvSpPr txBox="1"/>
          <p:nvPr/>
        </p:nvSpPr>
        <p:spPr>
          <a:xfrm>
            <a:off x="1463040" y="3801979"/>
            <a:ext cx="9818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output to 0 to turn off writing those files, but we need the </a:t>
            </a:r>
            <a:r>
              <a:rPr lang="en-US" dirty="0" err="1"/>
              <a:t>amc</a:t>
            </a:r>
            <a:r>
              <a:rPr lang="en-US" dirty="0"/>
              <a:t> file to read the </a:t>
            </a:r>
            <a:r>
              <a:rPr lang="en-US" dirty="0" err="1"/>
              <a:t>pwv</a:t>
            </a:r>
            <a:r>
              <a:rPr lang="en-US" dirty="0"/>
              <a:t> fitting result</a:t>
            </a:r>
          </a:p>
        </p:txBody>
      </p:sp>
    </p:spTree>
    <p:extLst>
      <p:ext uri="{BB962C8B-B14F-4D97-AF65-F5344CB8AC3E}">
        <p14:creationId xmlns:p14="http://schemas.microsoft.com/office/powerpoint/2010/main" val="88895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A2523-5D32-9B6E-0CE8-2B0CF77B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63595D-BB6F-02D8-8D0E-8ABAC6FBCE4A}"/>
              </a:ext>
            </a:extLst>
          </p:cNvPr>
          <p:cNvSpPr txBox="1"/>
          <p:nvPr/>
        </p:nvSpPr>
        <p:spPr>
          <a:xfrm>
            <a:off x="173254" y="192505"/>
            <a:ext cx="2293064" cy="705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am fitting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2C43E5-2C7D-7836-97A5-7A17BE996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r="13031" b="20419"/>
          <a:stretch>
            <a:fillRect/>
          </a:stretch>
        </p:blipFill>
        <p:spPr>
          <a:xfrm>
            <a:off x="2630685" y="545327"/>
            <a:ext cx="3528249" cy="1384058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26C7D7-AAE3-254A-4799-3EE85BEE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685" y="2007393"/>
            <a:ext cx="7978321" cy="98840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5CB9E2B-7275-90F3-10B2-998DC0F88508}"/>
              </a:ext>
            </a:extLst>
          </p:cNvPr>
          <p:cNvGrpSpPr/>
          <p:nvPr/>
        </p:nvGrpSpPr>
        <p:grpSpPr>
          <a:xfrm>
            <a:off x="2466318" y="3507596"/>
            <a:ext cx="8501773" cy="543857"/>
            <a:chOff x="2644763" y="3900988"/>
            <a:chExt cx="8501773" cy="54385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FF09BE9-9D1E-F5F3-A9B2-0B214D549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44763" y="3900988"/>
              <a:ext cx="8501773" cy="543857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660B43-A5F2-C9A9-6795-6F08541F5FE8}"/>
                </a:ext>
              </a:extLst>
            </p:cNvPr>
            <p:cNvSpPr/>
            <p:nvPr/>
          </p:nvSpPr>
          <p:spPr>
            <a:xfrm>
              <a:off x="9006840" y="4160520"/>
              <a:ext cx="2139696" cy="2843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725F19-EDB2-AF8B-7821-E9B61169D865}"/>
              </a:ext>
            </a:extLst>
          </p:cNvPr>
          <p:cNvSpPr txBox="1"/>
          <p:nvPr/>
        </p:nvSpPr>
        <p:spPr>
          <a:xfrm>
            <a:off x="2561618" y="4051453"/>
            <a:ext cx="85017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amc</a:t>
            </a:r>
            <a:r>
              <a:rPr lang="en-US" dirty="0"/>
              <a:t>, we expect the </a:t>
            </a:r>
            <a:r>
              <a:rPr lang="en-US" dirty="0" err="1"/>
              <a:t>dat</a:t>
            </a:r>
            <a:r>
              <a:rPr lang="en-US" dirty="0"/>
              <a:t> file as</a:t>
            </a:r>
          </a:p>
          <a:p>
            <a:r>
              <a:rPr lang="en-US" dirty="0"/>
              <a:t>	 frequence(</a:t>
            </a:r>
            <a:r>
              <a:rPr lang="en-US" dirty="0" err="1"/>
              <a:t>v_i</a:t>
            </a:r>
            <a:r>
              <a:rPr lang="en-US" dirty="0"/>
              <a:t>) 	</a:t>
            </a:r>
            <a:r>
              <a:rPr lang="en-US" dirty="0" err="1"/>
              <a:t>bandwith</a:t>
            </a:r>
            <a:r>
              <a:rPr lang="en-US" dirty="0"/>
              <a:t>(</a:t>
            </a:r>
            <a:r>
              <a:rPr lang="en-US" dirty="0" err="1"/>
              <a:t>b_i</a:t>
            </a:r>
            <a:r>
              <a:rPr lang="en-US" dirty="0"/>
              <a:t>)  	spectral data (</a:t>
            </a:r>
            <a:r>
              <a:rPr lang="en-US" dirty="0" err="1"/>
              <a:t>s_i</a:t>
            </a:r>
            <a:r>
              <a:rPr lang="en-US" dirty="0"/>
              <a:t>)</a:t>
            </a:r>
          </a:p>
          <a:p>
            <a:r>
              <a:rPr lang="en-US" dirty="0"/>
              <a:t>So, the </a:t>
            </a:r>
            <a:r>
              <a:rPr lang="en-US" dirty="0" err="1"/>
              <a:t>dat</a:t>
            </a:r>
            <a:r>
              <a:rPr lang="en-US" dirty="0"/>
              <a:t> is means:</a:t>
            </a:r>
          </a:p>
          <a:p>
            <a:r>
              <a:rPr lang="en-US" dirty="0"/>
              <a:t>	observing 184.55(183.3 + 1.25)  GHz, the bandwidth is 1.50 GHz, spectral data is the observing temperature </a:t>
            </a:r>
          </a:p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8A343FB-936E-2D97-F687-96C21E34F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685" y="3032012"/>
            <a:ext cx="5109124" cy="47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171B-69DA-55D5-4F3D-7E192123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r>
              <a:rPr lang="en-US" dirty="0" err="1"/>
              <a:t>amc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F148-F399-7F4B-E940-5C1FDAE21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CF5D0-3823-187A-ACFF-D1D7E3EEC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765" y="78882"/>
            <a:ext cx="6513225" cy="66609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2399EB-2705-52BB-4D23-D56054595D9A}"/>
                  </a:ext>
                </a:extLst>
              </p14:cNvPr>
              <p14:cNvContentPartPr/>
              <p14:nvPr/>
            </p14:nvContentPartPr>
            <p14:xfrm>
              <a:off x="5948242" y="2492716"/>
              <a:ext cx="2585520" cy="48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2399EB-2705-52BB-4D23-D56054595D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9602" y="2484076"/>
                <a:ext cx="26031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16A474-8ADC-C31D-C06B-3A952F2793AC}"/>
                  </a:ext>
                </a:extLst>
              </p14:cNvPr>
              <p14:cNvContentPartPr/>
              <p14:nvPr/>
            </p14:nvContentPartPr>
            <p14:xfrm>
              <a:off x="-260678" y="230011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16A474-8ADC-C31D-C06B-3A952F2793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69318" y="229147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97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182AA-E03F-1874-29C3-07E20A10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FE40-4532-F02C-135E-5E6480CB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  <a:r>
              <a:rPr lang="en-US" dirty="0" err="1"/>
              <a:t>amc</a:t>
            </a:r>
            <a:r>
              <a:rPr lang="en-US" dirty="0"/>
              <a:t> file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8090EB6-5EEA-DD31-311E-0CE7C88343AA}"/>
                  </a:ext>
                </a:extLst>
              </p14:cNvPr>
              <p14:cNvContentPartPr/>
              <p14:nvPr/>
            </p14:nvContentPartPr>
            <p14:xfrm>
              <a:off x="-260678" y="2300116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8090EB6-5EEA-DD31-311E-0CE7C88343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9678" y="2291116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395313C-5ACE-5B48-4D91-A4A0BB29C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35" y="1761101"/>
            <a:ext cx="5372850" cy="1905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904072-CC36-01BA-75F5-6551D4511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245" y="73585"/>
            <a:ext cx="6266404" cy="6710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8653EA8-ED21-BBD7-2867-725A0FFAC0E7}"/>
                  </a:ext>
                </a:extLst>
              </p14:cNvPr>
              <p14:cNvContentPartPr/>
              <p14:nvPr/>
            </p14:nvContentPartPr>
            <p14:xfrm>
              <a:off x="484416" y="2998296"/>
              <a:ext cx="4785480" cy="64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8653EA8-ED21-BBD7-2867-725A0FFAC0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6" y="2989656"/>
                <a:ext cx="48031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B04668D-08C1-955E-33E1-54C7E2A7B6F1}"/>
                  </a:ext>
                </a:extLst>
              </p14:cNvPr>
              <p14:cNvContentPartPr/>
              <p14:nvPr/>
            </p14:nvContentPartPr>
            <p14:xfrm>
              <a:off x="8649936" y="6071256"/>
              <a:ext cx="3182400" cy="19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B04668D-08C1-955E-33E1-54C7E2A7B6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40936" y="6062256"/>
                <a:ext cx="320004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132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4EB015-AED0-2D89-A01D-364851701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" t="30080" r="96"/>
          <a:stretch>
            <a:fillRect/>
          </a:stretch>
        </p:blipFill>
        <p:spPr>
          <a:xfrm>
            <a:off x="518881" y="166976"/>
            <a:ext cx="11172521" cy="13390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6C32AC9-6EBC-BC77-21AF-F0C5F4F289F8}"/>
                  </a:ext>
                </a:extLst>
              </p14:cNvPr>
              <p14:cNvContentPartPr/>
              <p14:nvPr/>
            </p14:nvContentPartPr>
            <p14:xfrm>
              <a:off x="3348190" y="3053280"/>
              <a:ext cx="615240" cy="536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6C32AC9-6EBC-BC77-21AF-F0C5F4F289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0190" y="3035640"/>
                <a:ext cx="65088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EC77C76-3E49-7AA4-AC87-4F30BB4CF741}"/>
                  </a:ext>
                </a:extLst>
              </p14:cNvPr>
              <p14:cNvContentPartPr/>
              <p14:nvPr/>
            </p14:nvContentPartPr>
            <p14:xfrm>
              <a:off x="2859310" y="3123120"/>
              <a:ext cx="550800" cy="471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EC77C76-3E49-7AA4-AC87-4F30BB4CF7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41670" y="3105120"/>
                <a:ext cx="58644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40ACDAF-0E61-FE36-B06E-6258E1C2BAC3}"/>
                  </a:ext>
                </a:extLst>
              </p14:cNvPr>
              <p14:cNvContentPartPr/>
              <p14:nvPr/>
            </p14:nvContentPartPr>
            <p14:xfrm>
              <a:off x="9776710" y="2869680"/>
              <a:ext cx="1299600" cy="6620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40ACDAF-0E61-FE36-B06E-6258E1C2BA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59070" y="2851680"/>
                <a:ext cx="1335240" cy="69768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1B447C12-5E29-4F10-3A68-84CF8AF5BAF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4358"/>
          <a:stretch>
            <a:fillRect/>
          </a:stretch>
        </p:blipFill>
        <p:spPr>
          <a:xfrm>
            <a:off x="518881" y="1593066"/>
            <a:ext cx="11172520" cy="43596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B2BB6A9-DACD-5DC1-199C-DA625890C2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599" y="6150925"/>
            <a:ext cx="11190802" cy="5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1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E3765-9E00-466F-32C3-B4345CA32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56705"/>
            <a:ext cx="11917680" cy="574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18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AF7A-6AB3-A46A-5A82-FE72F666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4964C-1CE2-D710-CD00-BDB8FCFC1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8D6B7-1BC3-AC3E-CF78-1067EAB31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520678"/>
            <a:ext cx="12027408" cy="581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4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5E34-09FD-758A-A268-98D8E408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amr</a:t>
            </a:r>
            <a:r>
              <a:rPr lang="en-US" dirty="0"/>
              <a:t> or </a:t>
            </a:r>
            <a:r>
              <a:rPr lang="en-US" dirty="0" err="1"/>
              <a:t>ams</a:t>
            </a:r>
            <a:r>
              <a:rPr lang="en-US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62885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with a blue line&#10;&#10;AI-generated content may be incorrect.">
            <a:extLst>
              <a:ext uri="{FF2B5EF4-FFF2-40B4-BE49-F238E27FC236}">
                <a16:creationId xmlns:a16="http://schemas.microsoft.com/office/drawing/2014/main" id="{59757404-A945-B2FF-6C8D-EF85195E8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0" t="7084" b="6458"/>
          <a:stretch>
            <a:fillRect/>
          </a:stretch>
        </p:blipFill>
        <p:spPr>
          <a:xfrm>
            <a:off x="175867" y="1587500"/>
            <a:ext cx="11188700" cy="527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E023AE-600F-0B58-AA52-36832140E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1" y="0"/>
            <a:ext cx="5829300" cy="62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2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6132-B24A-609A-123B-24691464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seasons?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BF6AE-135B-11C0-217A-22281C7B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92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183</Words>
  <Application>Microsoft Office PowerPoint</Application>
  <PresentationFormat>Widescreen</PresentationFormat>
  <Paragraphs>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What I used in data</vt:lpstr>
      <vt:lpstr>PowerPoint Presentation</vt:lpstr>
      <vt:lpstr>What’s the different of am fitting file</vt:lpstr>
      <vt:lpstr>PowerPoint Presentation</vt:lpstr>
      <vt:lpstr>PowerPoint Presentation</vt:lpstr>
      <vt:lpstr>Output amc file</vt:lpstr>
      <vt:lpstr>Output amc file</vt:lpstr>
      <vt:lpstr>PowerPoint Presentation</vt:lpstr>
      <vt:lpstr>PowerPoint Presentation</vt:lpstr>
      <vt:lpstr>PowerPoint Presentation</vt:lpstr>
      <vt:lpstr>amr or ams ?</vt:lpstr>
      <vt:lpstr>PowerPoint Presentation</vt:lpstr>
      <vt:lpstr>other seasons?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Regon Chen</dc:creator>
  <cp:lastModifiedBy>Regon Chen</cp:lastModifiedBy>
  <cp:revision>2</cp:revision>
  <dcterms:created xsi:type="dcterms:W3CDTF">2025-08-05T15:11:48Z</dcterms:created>
  <dcterms:modified xsi:type="dcterms:W3CDTF">2025-08-05T21:18:44Z</dcterms:modified>
</cp:coreProperties>
</file>