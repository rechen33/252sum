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  <p:sldId id="280" r:id="rId18"/>
    <p:sldId id="281" r:id="rId19"/>
    <p:sldId id="28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34FCD23-7CEF-4C4B-AE59-D56BC0CC962E}">
          <p14:sldIdLst>
            <p14:sldId id="276"/>
          </p14:sldIdLst>
        </p14:section>
        <p14:section name="Untitled Section" id="{3A27A2DE-D404-4E39-96F3-F8207532AED3}">
          <p14:sldIdLst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316" y="4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6:25.4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1023 3810 0,'0'0'0,"53"0"235,-35 0-235,17 0 15,53 0 1,-17-18 0,52 18-1,-88-17 1,1 17-16,17-18 0,17 18 15,1 0 1,-54 0 0,1 0-1,17-18-15,1 18 0,-1 0 16,53 0 0,-17 0-1,-54 0-15,36 0 0,-35 0 16,-1 0-1,19 0 1,-19 0 0,1 0-1,0 0 1,-1 0-16,1 0 16,0-17-16,17 17 15,0 0 1,0 0-1,18 0 1,-35 0 0,0 0 31,34 0-32,1 0 1,-35 0-1,35 0 17,-18 0-17,18 0 1,35 0 0,-52 0-1,17 0-15,-36 0 0,18 0 16,1 17-1,-19-17 1,19 0-16,-1 0 16,18 18 15,35-18-15,-70 0-16,-1 0 15,89 0 1,-53 0-1,35 0 1,-17 0 0,-18 0-1,0 18 1,17-18 0,-35 0-1,71 17 1,-70-17-1,-1 18 1,35 0 0,-34-18 15,-1 0-15,0 0-1,-17 0 1,35 17-1,-36-17-15,1 0 16,17 0 0,-17 0-16,35 0 15,35 0 1,-53 0 0,54 0-1,-54 0 1,53 0-16,-17 0 15,52 0 1,-52 0 15,-18 0-15,35 0 0,-71 0-16,36 0 15,35 0 1,-35 0-1,71 0 1,-54 0 0,19 0-1,-36 0-15,17 0 16,-17 0-16,35 0 16,0 0-1,-52 0-15,34 0 16,18 0-1,-52 0 1,-1 0-16,0 0 16,1 0-16,16 0 31,19 0-15,70 0-1,0 0 1,0 0-1,-123 0-15,53 18 16,34-18 0,-69 0-1,69 0 1,-69 0 0,-1 0-1,-17 0-15,70 0 16,-35 0-1,70 0 1,-52 0 0,-1 0-16,36 0 31,-35 0-15,123 0-1,-106 0 1,-53 0-1,1 0-15,34 0 16,-17 0 0,18 0-1,87 0 1,1-18 0,-18 1-1,-53 17-15,71 0 16,-88 0 15,-1 0-31,-17 0 0,124 0 31,-19 0-15,-34 0 0,70 17-1,-88-17 1,-36 0-1,-17 0-15,53 0 16,0 0 0,0 0-1,17 0 1,-52 0 0,34 0-1,-69-17-15,70-1 16,35 18-1,-18 0 1,36-18 0,-89 18 15,36 0-15,-70 0-16,-1 0 0,35 0 15,1 0-15,-36 0 16,89 0-1,-36 0-15,-18 0 0,19 0 16,105 0 0,0 18-1,-88-18-15,-36 0 16,18 0-16,-35 18 16,71-18-1,-1 0-15,18 17 16,36 18-1,-54 1 1,36-19 0,-106 1 15,17 17-15,-17-17-1,0-18 1,-35 0-16,105 18 31,-52-1-15,35-17-1,-18 18 1,-18-18 0,19 0-1,-19 17 1,1-17-1,35 0 1,70 0 15,-105 18-15,17-18 0,-35 0-1,17 0 1,18 0-1,89 0 1,-54 0 0,71 0-1,-88 0 1,-88 0 0,17 0-1,18 0 1,-18 0-1,36 0 17,-18 0-32,-18 0 15,0 0 1,106 0 0,-105 0-16,-19 0 31,1 0-16,0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5:28.62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900 11571 0,'35'0'125,"-17"0"-110,-1 0 1,18-35-1,54-1 1,-19-69 0,89-125 31,-71 36-32,-53 177-15,-17-19 16,0 1-1,-1-88 1,-17 105-16,18-17 16,0-18-1,-1-18 1,-17 18 0,18-35-1,-18 53-15,70-53 16,-70 35-1,0 0 1,71-141 0,-36 17-1,106 36 17,-105 88-32,-1 0 0,0 18 15,71-53 1,-71 53-16,1 17 15,17 18-15,17-35 16,1-36 0,17 71-1,53-17 1,-35-1 0,53 18-1,-71-18 1,18 18-16,-54 0 0,142 0 15,-35 0 1,0 18 0,-71 35 31,0-35-32,-52-1-15,-19-17 16,19 18-16,-1-1 15,0 1-15,0 0 0,1-1 16,34 72 0,36-54-1,-71 0-15,54 53 16,-1 18 0,-53-71-1,53 36-15,-53-36 0,36 36 16,35 35-1,-71-71 1,89 71 0,-54-53-1,54-18 17,-89-17-32,-17-1 0,52 1 15,-17-1-15,-18 1 0,18-18 31,71 0-15,-71 0 0,70 0-1,-88 0 1,1 0 0,-19 0-16,54 35 31,-36-35-16,0 0 1</inkml:trace>
  <inkml:trace contextRef="#ctx0" brushRef="#br0" timeOffset="1903.86">4322 10495 0,'0'88'203,"35"71"-188,-35-124 1,0-17-16,0 0 0,0-1 16,0 1 31,0-1 46,0 19-77,0-19 0,0-87 30,0-36-30,0 35 0,0 54 15,0-1-31,0 1 0,0-1 16,0 0-1,0 1 1,0-54-1,0 53 1,0 1 0,0-1-1,0 0 17,0 1-17,53 17 126,-18 0-110,-17 0 0,-1 0-15,1 0 0,0 0 62,-1 0-47,36 0-15,-53 17 62,0 1-31,0 17-32,0 1 1,18-1-1,-18-17 1,17 17-16,19 88 16,17 18 15,-18-52-31,0 16 16,-35-16-1,0-72-15,0 1 16,0 0-16,0-1 0</inkml:trace>
  <inkml:trace contextRef="#ctx0" brushRef="#br0" timeOffset="3539.38">5027 10636 0,'53'177'140,"-35"-89"-124,-18-35-1,0 0 1,0-36-16,0 1 16,0-1-1,17-17 1,-17 18-16,0 17 16,18 18-1,-18-35 1,0 0-1,0-36 64,0-35-64,0 35-15,0-52 16,0-18-1,0 35 1,-18 0 0,18-18-1,0 18 1,0-70 0,0 70-1,0-53 1,0 88-1,0-17 1,0 53 93,0-1-93,18 1 15,35 0-15,-18 17-16,0-17 16,1 17-1,17-35 1,-18 0-1,-17 18 1,-1-18 15,-17 17 1,0 1-1,0 17 0,0 18-15,0-35-1,18 52 1,-1-34-16,1-1 16,0 0-16,35 71 15,-53-88 1,0-1-16,0 1 15,0-1-15,0 1 16,0 0 0</inkml:trace>
  <inkml:trace contextRef="#ctx0" brushRef="#br0" timeOffset="4550.51">5803 10477 0,'0'18'282,"0"35"-251,0-35 0,18 35 0,17 52-15,0-16-16,-35-72 16,36 36-1,-36-18 1,0 1 0,0-54 109,0-35-110,0 0 1,-36-53-1,36 71-15,0 17 16</inkml:trace>
  <inkml:trace contextRef="#ctx0" brushRef="#br0" timeOffset="5435.07">5891 10671 0,'0'-17'250,"36"-1"-234,-1-17-1,-17 17 1,17 1 15,-35 52 141,0 18-156,0-36-1,0 19 1,0-1 0,0-17-16,0 35 31,18-18-15,-18 0-1,17 0 1,-17 36-1,18-53-15,-18-1 16,0-87 125</inkml:trace>
  <inkml:trace contextRef="#ctx0" brushRef="#br0" timeOffset="7135.16">6174 10566 0,'17'35'187,"-17"-17"-171,0-1-16,0 18 31,18 18-15,0-35 0,-18 0-1,0-89 188,0-88-187,-18 89 0,18 17-16,0 18 15,0-1-15,0 19 0,0-1 16,0 0 15,0-52 0,0 52-15,18 18 93,-1 0-93,1 0 0,-1 0-16,19 0 15,17 0 1,-36 0-1,19 0 1,-19 0 0,18 0-16,-17 0 31,-18 53 47,0-35-62,0-1-16,0 36 31,0 0-15,0-35-16,35 52 31,-17-17-16,-18-17 1,18-1-16,-1 0 16,-17 0-16,0 1 31,0-19-31,18 1 16</inkml:trace>
  <inkml:trace contextRef="#ctx0" brushRef="#br0" timeOffset="9778.7">2558 10777 0,'17'53'234,"-17"0"-218,36 18 0,-36-1-1,17-17 1,-17-35-1,35-1 1,-17 19-16,0 52 16,-18-53 15,17-17-31,-17-1 16,0 1-1,36 88 16,-1-53-15,-17-18 0,-18 0-1,0-123 48,-18 18-48,18 34 1,-18 1-16,1 0 0,17 0 16,-36-18-1,36 35 1,-17-17 0,-1-1-1,18 19 1,-35-54-1,17 54 1,18-1 0,0 0 15,-17 18 63,-19 0-63,19 0-31,-1 0 0,0 0 16,1-17-1,-1-1-15,-35 0 31,53-17-15,-17 35 15,17-18 47,-36 18-46,19 0-1,-1 0-31,0 0 31,1 0-15,-1 0-1,0 0 1,1 0 0,-36 0-1,35 36 1,1-36 46,-1 0-46,18 17 93,0 1-93,0 0 0,18-18-1,-18 35 1,17 53 0,54 0-1,-54 53 1,-17-105-16,0 17 15,0-18 1,0 18 0,18-36-1,-18 72 1,0-54 0,18-17-1,-18-1-15,0 1 16,17 17-1,-17-17 1,18 17 0,-18-17-1,18-1 1,-18 1 15</inkml:trace>
  <inkml:trace contextRef="#ctx0" brushRef="#br0" timeOffset="13530.02">1852 10971 0,'-18'0'312,"1"18"-280,-18-18-1,17 18-16,0-18 1,18 17 47,-17-17-32,-1 0-16,18 18 1,0-1 15,0 36-15,-18-35 0,18 0 15,0-36 94,0-35-110,0 35-15,0 1 16,0-1 15,0 53 1,0 54-17,18-36-15,17 17 16,-17 18-1,-18-35 1,0-17-16,0 16 0,18 19 16,34 35 15,-52-71-15,0 36-1,0-36 1,18 18-1,-18-18-15,0-17 0,0 17 16,0 0 0,0 1-1,0-54 63,0-70-62,0 70-16,0 1 16,0-1-16,0-70 47,0 52-32,0 19 1</inkml:trace>
  <inkml:trace contextRef="#ctx0" brushRef="#br0" timeOffset="15012.3">1905 10989 0,'18'53'312,"-1"17"-296,1-34 0,0-1-1,-18-17 1,35 17-1,0 88 1,-35-70 0,18 18-1,-1-54 1,-17 1 0,0 17-1,18-17-15,-18 17 0,0 1 31,18-1-15,-18 0 0,17 18-1,-17-35 1,36 17 0,-36-17-16,17-1 15,1-17 1,-18 18-1</inkml:trace>
  <inkml:trace contextRef="#ctx0" brushRef="#br0" timeOffset="19946.07">1376 11448 0,'0'105'250,"17"72"-235,1-107 1,-18 36 0,0-71-1,0 18 1,18-17 0,-18-1-16,0 0 31,0-17 0,0-1-15,0 1 31,17-71 31,-17-123-47,-17 105-15,-1 1-1,18 34-15,-18-52 16,1 18-1,17-19 1,-18 54 0,18-18-1,0 18 1,0-18 0,0 35 15,-17 18-16,17-17 17,0-1 61,17 18 17,1 0-95,17 0 1,-17 0 31,17 0-16,-17 0 0,-1 0-15,1 0 0,35-17 46,-53 34 63,0 1-109,0-1-1,53 54 1,-36-53 0,1 17-1,-18-17-15,35-1 16,1 36 0,17 18-1,-36-36-15,18 88 16,1-52-1,-19 17 1,1-35 0,0 0 31,-18 0-32,0-18 79,0-17-78,0-1-1,0 1 1,35 17-1,-35 36 1,0-53 0,0-1-16,0 1 31,0-1-15</inkml:trace>
  <inkml:trace contextRef="#ctx0" brushRef="#br0" timeOffset="22679.35">970 11800 0,'0'36'141,"0"34"-126,0 1 1,0-18 0,0 0-1,0 70 1,0-88 0,18 36-1,-18-18-15,0-18 16,17 53-16,1 0 15,-18 1 1,0-72 0,0 19-16,0-19 31,0 1-15,0-142 46,-18 89-46,18 0-16,0-53 15,-17-18 1,-1 88 0,18-35-1,0-17 1,-17 70-1,17-89 1,0 54 0,0 18 15,-18-19 0,18 1-15,0 0-1,0 17 17,0-17-17,0 0 1,0 17 15,0-35-15,0 0-1,0 35 1,0 1 203,18 17-157,-1 0-46,1-36 0,-1 19-1,36-18 1,-17 17 15,-19 18-15,1 0-16,0-35 31,-1 35 31,36 0-46,-53 17 109,0 19-109,0-1-1,0 0 1,0 0 0,18 18-1,-18-17 1,17-1-1,-17-17 1,18-1-16,-18 1 0,18-1 16,-1 19 15,-17-19-31,0 36 16,53-35-1,-35 0-15,-18-1 16,0 1-16,0-1 0,17 1 15,1 17 1,0 1 0,-18-19-16,0 1 15,17 0-15,-17-1 16,18 36 0,-18 0-1,18-35 1,-18-1-1,0 1-15,0 17 16,0-17 0,35 0 15,-35 70-15,0-35-1,0-18 1,0 0 31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customXml" Target="../ink/ink3.xml"/><Relationship Id="rId7" Type="http://schemas.openxmlformats.org/officeDocument/2006/relationships/customXml" Target="../ink/ink5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4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8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 plots Az vs time + temps  over 10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514350" indent="-514350">
              <a:buAutoNum type="arabicPlain" startAt="2"/>
            </a:pPr>
            <a:r>
              <a:rPr lang="en-US" dirty="0" err="1"/>
              <a:t>cal</a:t>
            </a:r>
            <a:r>
              <a:rPr lang="en-US" dirty="0"/>
              <a:t> num of lines and time leap for one month</a:t>
            </a:r>
          </a:p>
          <a:p>
            <a:pPr marL="0" indent="0">
              <a:buNone/>
            </a:pPr>
            <a:r>
              <a:rPr lang="en-US" dirty="0"/>
              <a:t>3    overview slides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958340" y="2269809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how line of sight to zenith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14:cNvPr>
              <p14:cNvContentPartPr/>
              <p14:nvPr/>
            </p14:nvContentPartPr>
            <p14:xfrm>
              <a:off x="368280" y="1339920"/>
              <a:ext cx="5531400" cy="133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8920" y="1330560"/>
                <a:ext cx="555012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85" y="2258853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2466318" y="3759056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2561618" y="4302913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685" y="3283472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0685" y="525673"/>
            <a:ext cx="7833359" cy="166761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9846D42-C372-D235-8026-1A750DE841FF}"/>
                  </a:ext>
                </a:extLst>
              </p14:cNvPr>
              <p14:cNvContentPartPr/>
              <p14:nvPr/>
            </p14:nvContentPartPr>
            <p14:xfrm>
              <a:off x="324000" y="3333600"/>
              <a:ext cx="2051280" cy="12578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9846D42-C372-D235-8026-1A750DE841F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4640" y="3324240"/>
                <a:ext cx="2070000" cy="1276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C0D52C-6D78-193D-6237-B7E4284A6756}"/>
              </a:ext>
            </a:extLst>
          </p:cNvPr>
          <p:cNvSpPr txBox="1"/>
          <p:nvPr/>
        </p:nvSpPr>
        <p:spPr>
          <a:xfrm>
            <a:off x="-15188" y="58092"/>
            <a:ext cx="12338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Compare Data </a:t>
            </a:r>
            <a:r>
              <a:rPr lang="en-US" sz="2000" b="1" i="1" dirty="0"/>
              <a:t>20250101 010136.531267 to 011150.083026  </a:t>
            </a:r>
            <a:r>
              <a:rPr lang="en-US" sz="2000" b="1" dirty="0"/>
              <a:t>and</a:t>
            </a:r>
            <a:r>
              <a:rPr lang="en-US" sz="2000" b="1" i="1" dirty="0"/>
              <a:t> 20250101 011151.039968 to 012204.487716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757F24-9662-955A-6D43-F73C57EE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503198"/>
            <a:ext cx="9575594" cy="14525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BDF3A-4253-12FC-BF34-582DD418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/>
          <a:stretch>
            <a:fillRect/>
          </a:stretch>
        </p:blipFill>
        <p:spPr>
          <a:xfrm>
            <a:off x="978106" y="2354062"/>
            <a:ext cx="10496598" cy="3879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4A171E-427C-F9C5-9544-57B5B1513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06" y="6390363"/>
            <a:ext cx="10800000" cy="2683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AE33BE-0DE2-C63E-E39A-403D349A35A9}"/>
              </a:ext>
            </a:extLst>
          </p:cNvPr>
          <p:cNvSpPr txBox="1"/>
          <p:nvPr/>
        </p:nvSpPr>
        <p:spPr>
          <a:xfrm>
            <a:off x="138251" y="1954868"/>
            <a:ext cx="313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The output </a:t>
            </a:r>
            <a:r>
              <a:rPr lang="en-US" sz="2000" b="1" dirty="0" err="1"/>
              <a:t>amc</a:t>
            </a:r>
            <a:r>
              <a:rPr lang="en-US" sz="2000" b="1" dirty="0"/>
              <a:t> different: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EBDA7-E91A-46FF-0A5B-8CBC72897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34756"/>
            <a:ext cx="11811000" cy="598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257E34-4AA2-1A98-61D1-0868346C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810075"/>
            <a:ext cx="11861800" cy="523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red lines&#10;&#10;AI-generated content may be incorrect.">
            <a:extLst>
              <a:ext uri="{FF2B5EF4-FFF2-40B4-BE49-F238E27FC236}">
                <a16:creationId xmlns:a16="http://schemas.microsoft.com/office/drawing/2014/main" id="{4A60B9C4-644A-DCD3-011E-B536297A2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9B05-ED44-1187-A08A-2030AE49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0B752-232D-B027-22ED-1EC1E2399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79A19-76F9-72BE-4060-302405F94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687" y="0"/>
            <a:ext cx="8556625" cy="661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3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3EB9C-7245-1624-389F-279640F90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425" y="144845"/>
            <a:ext cx="8185150" cy="628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29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02ACA3-CFF0-7860-DA1F-2AFA9110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37" y="362274"/>
            <a:ext cx="7731126" cy="61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100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229</Words>
  <Application>Microsoft Office PowerPoint</Application>
  <PresentationFormat>Widescreen</PresentationFormat>
  <Paragraphs>30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5</cp:revision>
  <dcterms:created xsi:type="dcterms:W3CDTF">2025-08-05T15:11:48Z</dcterms:created>
  <dcterms:modified xsi:type="dcterms:W3CDTF">2025-08-07T21:07:33Z</dcterms:modified>
</cp:coreProperties>
</file>