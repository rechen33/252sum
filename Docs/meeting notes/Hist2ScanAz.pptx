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4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22:31:17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1372 129 24575,'-18'10'0,"0"-2"0,-1 0 0,0-1 0,0-1 0,-1-1 0,-21 3 0,-15-1 0,-126 19 0,145-19 0,0 2 0,-62 24 0,77-22 0,1 1 0,1 1 0,0 0 0,1 2 0,-22 20 0,-4 3 0,-152 101 0,142-99 0,3 2 0,-63 65 0,66-61 0,25-23 0,4-5 0,-29 34 0,43-44 0,0 0 0,1 0 0,0 1 0,0-1 0,1 1 0,0 0 0,1 1 0,-3 9 0,1 4 0,2 0 0,0 0 0,1 38 0,10 70 0,-4-113 0,0 0 0,1 0 0,0 0 0,13 26 0,-8-20 0,11 39 0,-10-10 0,-3-1 0,3 85 0,-12 113 0,-1-121 0,1 461 0,18-389 0,-1-24 0,-16-155 0,1 0 0,8 35 0,-7-46 0,1 0 0,1-1 0,0 1 0,1-1 0,0 0 0,0-1 0,8 12 0,122 180 0,-123-182 0,-1 1 0,-1 1 0,14 38 0,-7-17 0,-15-37 0,0-1 0,0 0 0,0 0 0,1-1 0,0 1 0,-1-1 0,1 1 0,1-1 0,-1 0 0,0 0 0,1 0 0,-1 0 0,1-1 0,0 0 0,6 4 0,5-1 0,-1 0 0,1 0 0,20 2 0,-18-4 0,-1 2 0,19 5 0,1 7 0,0 1 0,57 39 0,61 57 0,-146-108 0,32 29 0,59 64 0,-4-2 0,-84-87 0,0 1 0,-1-1 0,0 2 0,-1-1 0,-1 1 0,0 1 0,12 23 0,-18-32 0,-1 0 0,1 0 0,1 0 0,-1 0 0,0-1 0,1 1 0,0-1 0,0 0 0,0 0 0,0 0 0,0 0 0,1 0 0,0-1 0,-1 1 0,7 2 0,-3-2 0,1-1 0,0 0 0,0 0 0,0-1 0,-1 0 0,1 0 0,14-1 0,-5 0 0,1 0 0,-1 1 0,1 1 0,-1 1 0,0 1 0,23 7 0,-11-2 0,1-1 0,-1-1 0,2-1 0,-1-2 0,1-1 0,-1-1 0,1-2 0,0-1 0,-1-1 0,1-2 0,44-11 0,-66 12 0,-1 0 0,0 0 0,0-1 0,0 0 0,0 0 0,-1-1 0,14-11 0,0-4 0,21-23 0,-34 33 0,7-8 0,-1-1 0,-1 0 0,0-1 0,10-24 0,-8 14 0,20-27 0,-28 48 0,0-1 0,0 2 0,1-1 0,1 1 0,-1 0 0,18-11 0,23-9 0,-40 24 0,1 0 0,-1-1 0,0-1 0,0 0 0,0 0 0,-1 0 0,0-1 0,-1-1 0,1 1 0,6-10 0,13-27 0,-16 24 0,1 0 0,0 1 0,2 1 0,27-30 0,47-34 0,86-78 0,-168 155 0,-1 0 0,1-1 0,-1 1 0,0-1 0,0 0 0,-1 0 0,0-1 0,0 0 0,0 1 0,3-12 0,-4 7 0,0-1 0,-1 1 0,0-1 0,-1 0 0,0 1 0,-1-14 0,-2-26 0,-14-93 0,-9-115 0,17 144 0,-2-39 0,3 39 0,-24-133 0,19 193 0,-1 1 0,-32-79 0,40 116 0,0 0 0,0 0 0,-2-24 0,5 26 0,0 1 0,-1 0 0,-1 0 0,0 0 0,-9-20 0,-15-15 0,17 29 0,0 1 0,1-2 0,-11-30 0,-15-94 0,-4-12 0,31 129 0,-1 1 0,-2 0 0,-23-40 0,22 48 0,-1 0 0,-30-30 0,-13-16 0,-15-41 0,35 50 0,-48-57 0,78 105 0,-84-91 0,73 82 0,0 1 0,-2 0 0,-31-19 0,27 19 0,0-2 0,1-1 0,1 0 0,-33-40 0,11 13 0,35 37 0,-1 0 0,0 0 0,-1 1 0,0 1 0,0 0 0,0 0 0,-1 1 0,0 0 0,0 1 0,-1 1 0,0 0 0,1 0 0,-1 2 0,0-1 0,-14 1 0,14 1 0,1-1 0,-1 0 0,1 0 0,0-1 0,0 0 0,0-2 0,1 1 0,-1-1 0,1-1 0,-16-10 0,-31-16 0,37 21 0,0 0 0,-21-17 0,-50-42-1365,65 50-5461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22:32:41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1577 82 24575,'-25'2'0,"1"1"0,0 1 0,0 1 0,-34 12 0,12-3 0,17-5 0,-1 1 0,2 1 0,-1 2 0,-27 17 0,9 0 0,-59 47 0,88-61 0,1 0 0,1 0 0,0 2 0,1 0 0,1 1 0,1 0 0,-13 25 0,16-27 0,-2-1 0,0 0 0,-19 17 0,15-15 0,-20 26 0,31-37 0,1 1 0,0-1 0,0 1 0,0 0 0,1 0 0,0 0 0,-2 14 0,-2 5 0,-1 1 0,0-1 0,-2 0 0,-1-1 0,-21 36 0,9-24 0,-2-1 0,-50 58 0,36-55 0,24-25 0,1 0 0,-19 25 0,-39 61 0,24-35 0,-39 72 0,77-121 0,2 0 0,0 1 0,0 1 0,2-1 0,-8 39 0,10-35 0,-2 17 0,-2 0 0,-17 49 0,-1-3 0,3 1 0,-12 95 0,2-9 0,18-107 0,3 1 0,3 1 0,0 81 0,8-40 0,5 107 0,-1-194 0,2-1 0,0 0 0,1-1 0,1 0 0,1 0 0,11 18 0,-10-17 0,2 2 0,1 0 0,1-1 0,1-1 0,1-1 0,0 0 0,1 0 0,2-2 0,20 17 0,-7-9 0,1-2 0,1-2 0,2-1 0,42 19 0,-25-15 0,-2 2 0,-1 3 0,-1 1 0,-1 3 0,43 40 0,127 104 0,-178-146 0,-18-17 0,0-1 0,1-1 0,1-1 0,0-1 0,1 0 0,30 6 0,40 18 0,-31-7 0,-32-12 0,0-2 0,0-1 0,1-1 0,1-2 0,39 6 0,-36-12 0,0 0 0,0-3 0,39-3 0,-55 0 0,-1 0 0,1-1 0,-1-1 0,0-1 0,-1-1 0,0 0 0,23-13 0,35-25 0,-44 24 0,1 2 0,1 1 0,1 1 0,71-22 0,722-203 0,-802 234 0,419-159 0,-412 153 0,0-2 0,-1-1 0,-1-1 0,0-2 0,-2-1 0,-1-2 0,0 0 0,46-53 0,-30 26 0,-2-2 0,58-93 0,-88 124 0,-1 0 0,-1-1 0,-1 0 0,-1-1 0,0 0 0,-2 0 0,-1 0 0,-1-1 0,0 0 0,-1-44 0,-5 50 0,0 0 0,-1 1 0,-1-1 0,-11-29 0,-2-9 0,-106-509-100,114 518 29,-16-80-485,-39-190 238,-20 9 303,64 255 120,-2 1 0,-2 0 0,-3 2 0,-63-91 0,42 80 29,-3 1 0,-2 3-1,-62-52 1,105 100-134,-242-195 0,220 181 0,0 2 0,-2 2 0,-1 1 0,0 2 0,-1 1 0,-52-14 0,59 23 0,0 2 0,-1 1 0,-40 1 0,24 2 0,33-2 0,-1 0 0,1-1 0,0-1 0,0 0 0,0 0 0,0-2 0,-18-10 0,-14-4 0,20 11 0,0 1 0,-1 1 0,0 2 0,0 0 0,0 2 0,-30 0 0,-59-7 0,-40-2 0,-316 13 0,456-1-97,1-1-1,-1 0 1,1-1-1,-1-1 1,1 0-1,0-1 1,0-1-1,1 0 1,-1 0-1,1-2 1,0 1-1,1-2 0,-16-11 1,15 7-6729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22:52:54.90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282 131 24575,'0'0'0,"-4"5"0,-2 6 0,1 9 0,1 5 0,1 3 0,1 1 0,1 5 0,0 0 0,1-1 0,0-2 0,-4 3 0,-7 4 0,-4 9 0,-10 4 0,2-3 0,3 1 0,5 0 0,5 0 0,5-4 0,2-6 0,3-4 0,0-4 0,1-3 0,0-2 0,0-1 0,0 5 0,-1 9 0,-5 11 0,0 21 0,-5 7 0,1 0 0,0-3 0,-2-2 0,1-10 0,3-11 0,1-9 0,3-8 0,1-6 0,1-3 0,1-2 0,0 4 0,1 6 0,-1 0 0,0 0 0,-9-2 0,-2-2 0,1-2 0,2 9 0,2 5 0,2-1 0,1-2 0,3-4 0,-1-3 0,2 2 0,-1-1 0,1 3 0,4-1 0,1-2 0,4 3 0,0 8 0,-2-1 0,-2-2 0,-2-3 0,4-5 0,-2-3 0,5-3 0,-2-1 0,-1-1 0,-2 0 0,3 0 0,-2 0 0,4-1 0,-1 1 0,3-4 0,-1-1 0,2-5 0,2-4 0,4 1 0,2-3 0,1-3 0,2-2 0,1 9 0,0-2 0,0 5 0,5-2 0,-1-3 0,1 2 0,-1 2 0,-1-2 0,-2-3 0,0-2 0,-1-4 0,-1-1 0,0-3 0,0 0 0,0 0 0,1-1 0,-1 1 0,0-1 0,1 1 0,4 0 0,1 0 0,-1 0 0,0 0 0,-2-5 0,0 0 0,-2-5 0,0 0 0,4-8 0,1-4 0,0-3 0,-7-1 0,-6-1 0,-1 0 0,-5 0 0,1 0 0,2 1 0,-2 0 0,-2 1 0,-4-1 0,-3 1 0,-1 0 0,-2-1 0,-1 1 0,4-10 0,1-6 0,4-5 0,10-4 0,5-11 0,2-2 0,2 0 0,1 7 0,-6 9 0,-1 6 0,-6 3 0,-4 3 0,-5 4 0,-4 2 0,-1 2 0,-2 2 0,-1-1 0,0 2 0,0-1 0,-4-5 0,-1-5 0,-4-6 0,0-4 0,-4-13 0,3-8 0,1-1 0,3 6 0,-2 14 0,2 4 0,-9 7 0,1 5 0,-3 8 0,3 2 0,3 2 0,-2-36 0,-1-13 0,-3-17 0,-3-5 0,-1 10 0,3 6 0,-1 14 0,4 12 0,0 9 0,3 8 0,-7 9 0,4-2 0,2 1 0,-1 4 0,3 0 0,3-1 0,-2 4 0,3-1 0,-4 4 0,-3-2 0,-8-7 0,-14-23 0,-7-7 0,-1-7 0,3-1 0,9 5 0,4 13 0,3 12 0,3 12 0,5 3 0,0 6 0,-6 4 0,-1 3 0,-1 2 0,-2 0 0,1 1 0,0 0 0,1 0 0,-5-1 0,0 1 0,0-1 0,1 0 0,2 0 0,1 0 0,5 5 0,7 5 0,0 0 0,4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22:55:56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24575,'0'4'0,"0"7"0,0 4 0,0 10 0,0 4 0,0 1 0,0 1 0,0-2 0,0 0 0,0-2 0,0-1 0,0 5 0,0 0 0,0 0 0,0-6-8191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22:55:59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 24575,'28'0'0,"-8"-1"0,0 1 0,0 1 0,0 0 0,-1 2 0,39 10 0,-55-12 0,0 0 0,0 0 0,0 1 0,-1 0 0,1-1 0,-1 1 0,1 0 0,-1 0 0,0 1 0,1-1 0,-1 0 0,0 1 0,-1-1 0,1 1 0,0 0 0,-1-1 0,1 1 0,-1 0 0,0 0 0,0 0 0,0 0 0,-1 0 0,2 4 0,-1 8 0,1 0 0,-2 0 0,-2 26 0,1-15 0,0 54 0,-2 41 0,3-117 0,0 0 0,-1 0 0,1 0 0,-1 0 0,0 0 0,0 0 0,0 0 0,0 0 0,-1 0 0,1-1 0,-1 1 0,0-1 0,0 1 0,-1-1 0,1 0 0,-1 1 0,1-1 0,-1-1 0,0 1 0,0 0 0,0-1 0,-1 1 0,1-1 0,-1 0 0,1 0 0,-1 0 0,0-1 0,1 1 0,-1-1 0,0 0 0,0 0 0,-5 0 0,-9 2 0,0-1 0,0-1 0,0 0 0,0-2 0,0 0 0,-19-4 0,31 3 0,0 0 0,1 0 0,0-1 0,-1 0 0,1 0 0,0 0 0,0-1 0,1 1 0,-1-1 0,1 0 0,0-1 0,0 1 0,-6-9 0,10 12 0,-1 1 0,1-1 0,0 1 0,0-1 0,0 1 0,-1-1 0,1 1 0,0-1 0,0 0 0,0 1 0,0-1 0,0 1 0,0-1 0,0 1 0,0-1 0,0 1 0,0-1 0,0 0 0,0 1 0,1-1 0,-1 1 0,0-1 0,0 1 0,0-1 0,1 1 0,-1-1 0,0 1 0,1-1 0,-1 1 0,0 0 0,1-1 0,-1 1 0,1 0 0,-1-1 0,1 1 0,-1 0 0,1-1 0,-1 1 0,1 0 0,-1 0 0,1-1 0,-1 1 0,1 0 0,-1 0 0,1 0 0,-1 0 0,1 0 0,0 0 0,31-4 0,-29 4 0,129 1 0,-56 1 0,-68-2 28,0 0-1,-1 1 1,1 1-1,-1-1 1,1 1-1,-1 0 1,0 1-1,0 0 1,7 4-1,4 3-118,32 25 0,5 4-1367,-36-28-5368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BA92-9F36-D932-B660-7181D2225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38CD0-0106-898D-6729-E72EA3A65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3A5D8-A9C9-181F-139F-2C0C0875C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16787-4272-4815-BD3B-207F6C0081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70E0A-D558-0299-66F1-E0037A39B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02376-45F6-A833-636E-465CA7D0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A232F-9740-459B-967E-7ADBF45ED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70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B4A9C-6388-28CC-51BF-A42507C82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5A699-C2B7-D2A5-47E4-9F3F8B0D4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20D67-5A21-010B-C2BA-E42265518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16787-4272-4815-BD3B-207F6C0081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6CCCC-2956-0CD1-08C0-5A79EB743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5AB80-0BA9-05BE-65F5-2A2D8B5E9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A232F-9740-459B-967E-7ADBF45ED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32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F0D72-950A-EB70-21DC-AE243AE4E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3B0BA-6B8B-FDCC-83EA-9FC69E5CD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BA264-584A-1ABF-4B46-FBE4C4882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16787-4272-4815-BD3B-207F6C0081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FD0BA-5AB3-9C1C-588F-151A9BB20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12434-0585-7671-070C-99A3AE9EB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A232F-9740-459B-967E-7ADBF45ED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00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723C-6883-CBCF-650F-D03761B48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5C742-BF73-EE14-000E-22B3DAB70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FA155-7FD9-FF6C-F1C0-FE3AAD932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C96AE-3F33-B907-CBD1-05E016999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16787-4272-4815-BD3B-207F6C0081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B7962-EFC7-ACC1-4FA5-6D781693E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4CB50-62E2-C656-15E4-9D6C5A972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A232F-9740-459B-967E-7ADBF45ED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5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145E4-A78E-1900-A9A0-CA3C73813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9764B-5B1F-B293-09D2-60F91C7BE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2FE5D-7ED2-F46B-FEEC-18A26A913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B5AECE-31B9-DB2E-0C2D-40E6CD8FCB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A31495-64E3-1615-3FEF-00A04E67FC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BD65B-1832-2BAD-C0BF-B42CA299B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16787-4272-4815-BD3B-207F6C0081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F846E6-EF18-FD7C-B378-E4D21D6E5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A12331-8CE7-20FF-7671-6EFE989C8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A232F-9740-459B-967E-7ADBF45ED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70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EE2FC-8F71-9491-FBAE-D6F627EBF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0E0DDC-6145-D58E-F157-64ED9A316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16787-4272-4815-BD3B-207F6C0081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8AC097-416A-7520-7F58-59BFC6B84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21603-8B7F-74AE-A347-132F266BB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A232F-9740-459B-967E-7ADBF45ED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9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6DB223-B99B-021F-C731-817260F27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16787-4272-4815-BD3B-207F6C0081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73945-5A44-90AC-FF7C-06CAC896E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8CCA5-73E0-EA88-DA70-A416E591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A232F-9740-459B-967E-7ADBF45ED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5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CC749-6A30-C08C-5DB1-02C498AD8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51787-28A8-78EA-8F9D-0537E9623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32190-9EC7-1ACC-7490-C6F6B980F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D53BE-F361-FAD1-0485-50DA41E18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16787-4272-4815-BD3B-207F6C0081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B7136-8242-1058-1D2F-5172CDCBF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A27C0-1B96-6BD0-9B54-8B8CB6426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A232F-9740-459B-967E-7ADBF45ED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02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E96BA-3F6A-CE5E-2A0B-CE4FC2342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80985A-AD05-B6B7-623C-20C8E2FD5C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121256-A332-39C1-B7B1-2E5CDC70E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DF6B6-E06D-DFB2-D341-0D41337DF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16787-4272-4815-BD3B-207F6C0081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DE636-CCE9-87FD-940A-523D1CC82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720D3-78FB-13AA-FE1C-B6AB501E9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A232F-9740-459B-967E-7ADBF45ED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7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F389D-31B7-0E0B-383F-BE2FFD74B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C8927-0200-66C3-D325-159FFD64F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721C6-4D49-06AF-080A-9D8C50A98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16787-4272-4815-BD3B-207F6C0081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2B184-D858-1B38-7288-94DD88800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D7CC8-FBB5-EDC3-7A7D-69AFD6B58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A232F-9740-459B-967E-7ADBF45ED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6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4E2286-055A-9934-7570-41DE84F1B4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F1BA44-3A76-6E4C-2948-A2713B7EE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FBC13-A36A-9004-A975-1CE352207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16787-4272-4815-BD3B-207F6C0081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C6B63-BA19-2A1D-855D-433B30E08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65336-A77E-9997-04AA-8D35DFFB8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A232F-9740-459B-967E-7ADBF45ED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407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FDA5AE-C078-6446-BD5B-FC65B5477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5E5B2-B039-3394-D0E7-277371A76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9AFD7-51A3-26B9-9FE5-41CE40A21C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916787-4272-4815-BD3B-207F6C0081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59956-DA12-6AAC-41F7-58B9005BC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84E6C-BCC5-29A6-E287-BA58CF3E7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BA232F-9740-459B-967E-7ADBF45ED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32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11.png"/><Relationship Id="rId4" Type="http://schemas.openxmlformats.org/officeDocument/2006/relationships/customXml" Target="../ink/ink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2D7F66C-10DC-4F09-7FC6-FC48A7ED9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961" y="0"/>
            <a:ext cx="7861610" cy="686004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8E82202-FA61-2B62-1069-10BFCAF50C8B}"/>
                  </a:ext>
                </a:extLst>
              </p14:cNvPr>
              <p14:cNvContentPartPr/>
              <p14:nvPr/>
            </p14:nvContentPartPr>
            <p14:xfrm>
              <a:off x="5224866" y="4982778"/>
              <a:ext cx="1031760" cy="1564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8E82202-FA61-2B62-1069-10BFCAF50C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16226" y="4973778"/>
                <a:ext cx="1049400" cy="15822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523305D-F09A-24A4-D700-CDBD1C82C391}"/>
              </a:ext>
            </a:extLst>
          </p:cNvPr>
          <p:cNvSpPr txBox="1"/>
          <p:nvPr/>
        </p:nvSpPr>
        <p:spPr>
          <a:xfrm>
            <a:off x="5224866" y="4670072"/>
            <a:ext cx="3803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20250131_010134_scanAz_slow.txt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E543BD5-FDBF-CA16-8BC5-33823CEC8F80}"/>
                  </a:ext>
                </a:extLst>
              </p14:cNvPr>
              <p14:cNvContentPartPr/>
              <p14:nvPr/>
            </p14:nvContentPartPr>
            <p14:xfrm>
              <a:off x="7570296" y="5191776"/>
              <a:ext cx="1494360" cy="1494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E543BD5-FDBF-CA16-8BC5-33823CEC8F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61296" y="5183136"/>
                <a:ext cx="1512000" cy="151164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5212880-A0D0-BB29-1BD6-4629ADCF1C12}"/>
              </a:ext>
            </a:extLst>
          </p:cNvPr>
          <p:cNvSpPr txBox="1"/>
          <p:nvPr/>
        </p:nvSpPr>
        <p:spPr>
          <a:xfrm>
            <a:off x="8476331" y="5424039"/>
            <a:ext cx="3803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20240612_190135_scanAz_slow.txt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30480C-8010-5174-A963-8BB76DF14BF5}"/>
              </a:ext>
            </a:extLst>
          </p:cNvPr>
          <p:cNvSpPr txBox="1"/>
          <p:nvPr/>
        </p:nvSpPr>
        <p:spPr>
          <a:xfrm>
            <a:off x="146304" y="1228891"/>
            <a:ext cx="41676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my laptop I run 14 files, </a:t>
            </a:r>
          </a:p>
          <a:p>
            <a:r>
              <a:rPr lang="en-US" dirty="0"/>
              <a:t>The 20240612_190135 is including bad data that elevation  angular is negative.</a:t>
            </a:r>
          </a:p>
          <a:p>
            <a:r>
              <a:rPr lang="en-US" dirty="0"/>
              <a:t>The 20250131_010134 is the data that have less data point.</a:t>
            </a:r>
          </a:p>
        </p:txBody>
      </p:sp>
    </p:spTree>
    <p:extLst>
      <p:ext uri="{BB962C8B-B14F-4D97-AF65-F5344CB8AC3E}">
        <p14:creationId xmlns:p14="http://schemas.microsoft.com/office/powerpoint/2010/main" val="3900996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ar graph with numbers and a bar code&#10;&#10;AI-generated content may be incorrect.">
            <a:extLst>
              <a:ext uri="{FF2B5EF4-FFF2-40B4-BE49-F238E27FC236}">
                <a16:creationId xmlns:a16="http://schemas.microsoft.com/office/drawing/2014/main" id="{170B9F28-9487-3EA3-1454-1B386B8C8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57151"/>
            <a:ext cx="8991600" cy="674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887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629B2-AEE8-9318-1D08-38047592E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ar graph with numbers and a bar code&#10;&#10;AI-generated content may be incorrect.">
            <a:extLst>
              <a:ext uri="{FF2B5EF4-FFF2-40B4-BE49-F238E27FC236}">
                <a16:creationId xmlns:a16="http://schemas.microsoft.com/office/drawing/2014/main" id="{CE34F3FA-D161-12FA-4469-1AAB210F6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14" y="1234435"/>
            <a:ext cx="5852172" cy="4389129"/>
          </a:xfrm>
          <a:prstGeom prst="rect">
            <a:avLst/>
          </a:prstGeom>
        </p:spPr>
      </p:pic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868B344E-BF61-D197-27D4-ED9EBA10A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728" y="82297"/>
            <a:ext cx="8924544" cy="669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103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818D8F4-4D6E-3892-F0D5-C2B6E2DF9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880" y="137155"/>
            <a:ext cx="8336292" cy="62522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6CA6BAA-1311-CE9A-854E-F9E129061844}"/>
              </a:ext>
            </a:extLst>
          </p:cNvPr>
          <p:cNvSpPr txBox="1"/>
          <p:nvPr/>
        </p:nvSpPr>
        <p:spPr>
          <a:xfrm>
            <a:off x="4818888" y="210312"/>
            <a:ext cx="3865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The histogram for one year</a:t>
            </a:r>
          </a:p>
        </p:txBody>
      </p:sp>
    </p:spTree>
    <p:extLst>
      <p:ext uri="{BB962C8B-B14F-4D97-AF65-F5344CB8AC3E}">
        <p14:creationId xmlns:p14="http://schemas.microsoft.com/office/powerpoint/2010/main" val="977580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EE102-631A-E0CD-7416-7C662B6FA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BE6EA181-9CBA-E452-20C8-47D375E93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56" y="186784"/>
            <a:ext cx="8645912" cy="64844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5C25559-64C9-0D27-35D7-50C73A3D6F04}"/>
                  </a:ext>
                </a:extLst>
              </p14:cNvPr>
              <p14:cNvContentPartPr/>
              <p14:nvPr/>
            </p14:nvContentPartPr>
            <p14:xfrm>
              <a:off x="7277616" y="5000256"/>
              <a:ext cx="532800" cy="1099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5C25559-64C9-0D27-35D7-50C73A3D6F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59616" y="4982616"/>
                <a:ext cx="568440" cy="113544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046B971-88B0-F017-6DBC-0B3F8A0EF447}"/>
              </a:ext>
            </a:extLst>
          </p:cNvPr>
          <p:cNvSpPr txBox="1"/>
          <p:nvPr/>
        </p:nvSpPr>
        <p:spPr>
          <a:xfrm>
            <a:off x="8046248" y="4289196"/>
            <a:ext cx="39572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 two files little less normal value are confused.</a:t>
            </a:r>
          </a:p>
          <a:p>
            <a:r>
              <a:rPr lang="en-US" sz="2000" b="1" dirty="0"/>
              <a:t>I think I need check what are them</a:t>
            </a:r>
          </a:p>
        </p:txBody>
      </p:sp>
    </p:spTree>
    <p:extLst>
      <p:ext uri="{BB962C8B-B14F-4D97-AF65-F5344CB8AC3E}">
        <p14:creationId xmlns:p14="http://schemas.microsoft.com/office/powerpoint/2010/main" val="3828402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EFC52-618B-8F7E-0362-753A82195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8FCB7D3B-BCFE-3619-9549-7D6CECBF2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11" y="94785"/>
            <a:ext cx="8891238" cy="66684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F40A1F-42CF-F273-FEFF-2001A9480437}"/>
              </a:ext>
            </a:extLst>
          </p:cNvPr>
          <p:cNvSpPr txBox="1"/>
          <p:nvPr/>
        </p:nvSpPr>
        <p:spPr>
          <a:xfrm>
            <a:off x="4213098" y="4599432"/>
            <a:ext cx="37658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over one year’s data,</a:t>
            </a:r>
          </a:p>
          <a:p>
            <a:r>
              <a:rPr lang="en-US" dirty="0"/>
              <a:t>I find we have 1 less 1750, which should be 20250131_010134 files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08142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FA8664-7DAB-BB20-083F-D502BADC6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623838-F546-DCBE-2761-4E847DE29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0838359" cy="51753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60D003-6AE3-DF38-1F95-9E7E2B2EFFA8}"/>
              </a:ext>
            </a:extLst>
          </p:cNvPr>
          <p:cNvSpPr txBox="1"/>
          <p:nvPr/>
        </p:nvSpPr>
        <p:spPr>
          <a:xfrm>
            <a:off x="630937" y="5513832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the time record csv that record skip .</a:t>
            </a:r>
            <a:r>
              <a:rPr lang="en-US" dirty="0" err="1"/>
              <a:t>dat</a:t>
            </a:r>
            <a:r>
              <a:rPr lang="en-US" dirty="0"/>
              <a:t> file show the three files between 2250-2500 are 20240612 20240616 and 20240622. </a:t>
            </a:r>
          </a:p>
        </p:txBody>
      </p:sp>
      <p:pic>
        <p:nvPicPr>
          <p:cNvPr id="12" name="Picture 11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6CC91C2A-BF63-3D8F-637E-5C22E724D1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21" t="76187" r="32400"/>
          <a:stretch>
            <a:fillRect/>
          </a:stretch>
        </p:blipFill>
        <p:spPr>
          <a:xfrm>
            <a:off x="9857232" y="3088406"/>
            <a:ext cx="2197238" cy="242542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8E792CF-1EE2-39CD-CC65-B262A24F0908}"/>
                  </a:ext>
                </a:extLst>
              </p14:cNvPr>
              <p14:cNvContentPartPr/>
              <p14:nvPr/>
            </p14:nvContentPartPr>
            <p14:xfrm>
              <a:off x="11293056" y="3593376"/>
              <a:ext cx="360" cy="135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8E792CF-1EE2-39CD-CC65-B262A24F09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84056" y="3584376"/>
                <a:ext cx="1800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12311CF-928F-EB46-3510-6CF248F44405}"/>
                  </a:ext>
                </a:extLst>
              </p14:cNvPr>
              <p14:cNvContentPartPr/>
              <p14:nvPr/>
            </p14:nvContentPartPr>
            <p14:xfrm>
              <a:off x="11311056" y="2934216"/>
              <a:ext cx="172800" cy="189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12311CF-928F-EB46-3510-6CF248F444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302416" y="2925576"/>
                <a:ext cx="190440" cy="20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0852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112</Words>
  <Application>Microsoft Office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Regon Chen</dc:creator>
  <cp:lastModifiedBy>Regon Chen</cp:lastModifiedBy>
  <cp:revision>1</cp:revision>
  <dcterms:created xsi:type="dcterms:W3CDTF">2025-08-22T22:30:15Z</dcterms:created>
  <dcterms:modified xsi:type="dcterms:W3CDTF">2025-08-22T22:56:13Z</dcterms:modified>
</cp:coreProperties>
</file>