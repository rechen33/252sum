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4" r:id="rId4"/>
    <p:sldId id="265" r:id="rId5"/>
    <p:sldId id="263" r:id="rId6"/>
    <p:sldId id="266" r:id="rId7"/>
    <p:sldId id="267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3" d="100"/>
          <a:sy n="63" d="100"/>
        </p:scale>
        <p:origin x="708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49B7D-D18B-18D8-33AF-89E44A411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1B6729-4E5B-0D1F-DBEA-AB69DA38CE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FA2EE-D8AD-8077-1303-08EC76542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CC857-571B-4018-9FCE-FA9AEDF39255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D631D-86B2-59BD-AF4A-4E3D0D00B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CB535-459D-2D8B-D3BA-AA3F4EC02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5968-27CE-4CFF-87FF-0B3214214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63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A0A77-D65A-D0CB-1F81-2041D769C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9D6B8-DDB7-6C8C-BA39-E63448AAD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85958-E7E8-BC2F-11B5-430CC23F9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CC857-571B-4018-9FCE-FA9AEDF39255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370E1-A675-9F84-DE00-35115DA66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852CD-DC56-1012-E3A3-220A5FF6F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5968-27CE-4CFF-87FF-0B3214214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50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74A4A-35F2-181A-6492-24E1354C9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4A3F3-54BF-7E32-0646-18AC83D51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88092-B4CF-E3CD-50AA-9EF419AE8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CC857-571B-4018-9FCE-FA9AEDF39255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22125-49DF-E588-E3B4-FAB642DDA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88327-7F80-2C16-6BA0-6389E0D2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5968-27CE-4CFF-87FF-0B3214214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565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FCE7E-47EC-059C-14D8-A670BB566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B62EF-346D-7D98-D296-CE405CBCE7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B80750-05D0-81A2-B044-6A91FC0A2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EDDEB-DB09-A863-4717-1D49562F6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CC857-571B-4018-9FCE-FA9AEDF39255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5E031-21A0-107C-2C71-E30EA91F2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14B969-84B9-68DC-3F8A-014958B4F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5968-27CE-4CFF-87FF-0B3214214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604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F8FEE-1016-C8CC-41A1-E59055520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A4F892-FDBB-66EB-B3C1-E62F2D87B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9530D9-663B-0342-32F5-58046E220F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748ABC-2B91-E925-C135-F63DDF7CE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60B1C2-517C-8019-F1BE-E3DBF880F2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23DC82-E2A2-7535-C528-803609598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CC857-571B-4018-9FCE-FA9AEDF39255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83197C-1CF4-55E8-9479-D0DF1E21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4FCDBF-CC81-33D9-587D-07EA185B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5968-27CE-4CFF-87FF-0B3214214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60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46755-3AEB-AB1D-EEA2-3EA4E49DD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06D5A0-A5B9-4033-ECED-9F265E290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CC857-571B-4018-9FCE-FA9AEDF39255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1026D1-0205-0935-EC09-F764A6023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3745C-0BF9-6266-BA6A-ED5BC1170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5968-27CE-4CFF-87FF-0B3214214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221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1D139C-B354-4C75-AA0E-EB4679B50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CC857-571B-4018-9FCE-FA9AEDF39255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83BF68-9ABA-CBCB-E675-64F0FD4A4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5E14D-EAA1-7F40-76F1-CF253DA2F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5968-27CE-4CFF-87FF-0B3214214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984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0F466-BE1A-D406-B1FF-2F82ED273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70F29-46AB-53BC-CD9C-EB06F1171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42CBD8-6675-F5B1-8105-D2FF94636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C51F27-A6EF-F81D-4FD3-F11819C0C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CC857-571B-4018-9FCE-FA9AEDF39255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F77FF-F55F-83A7-6C72-576B74E96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AC237-937D-3D73-43CD-3FABE1A8A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5968-27CE-4CFF-87FF-0B3214214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202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C82CA-F72D-CC24-06EA-F8427C0FA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5FE8B6-3B3C-3305-152A-817B9925E4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76658-8C4D-3C92-2A78-3B9A43696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F6FC5D-4C1A-2709-10C6-6B2ADBC5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CC857-571B-4018-9FCE-FA9AEDF39255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7B1BD-3F4C-D7A6-8A8D-B8A1D50EA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40DD20-DF8D-7374-A828-43A8987BA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5968-27CE-4CFF-87FF-0B3214214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424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BA2AC-CF1F-FE57-A3D8-F4398AB6A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C4AAFC-E5C5-F95B-9D95-C975DE4982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6D7B6-2C22-BC17-2C15-058BF8276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CC857-571B-4018-9FCE-FA9AEDF39255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5B46E-F2AF-7A2D-A2AD-4694F55DA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D3B51-1D00-536D-E57C-CE93741AA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5968-27CE-4CFF-87FF-0B3214214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326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087FC1-4760-F7ED-655A-79479D9257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E2D196-51C3-D0B3-FCD6-492AD51DFA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CC61B-FB74-0583-9C20-5111BC391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CC857-571B-4018-9FCE-FA9AEDF39255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D36D6-61A7-FF77-753B-D9DF8351F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AC255-F3EB-24DA-33B1-9D0F5C824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5968-27CE-4CFF-87FF-0B3214214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794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22BD94-4F73-AF26-EC32-0BF7612FC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79421-739B-1CC2-86B8-B01B57553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CCF97-4BAC-41F6-1C84-89AC29644D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4CC857-571B-4018-9FCE-FA9AEDF39255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106A5-5973-0D59-CF1A-F66615207B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03E49-8DE7-02D4-DCD5-9256381CD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CA5968-27CE-4CFF-87FF-0B3214214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004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4AACFC-8AD5-DB72-60A5-6D4259C982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02" t="3691" r="8805" b="5097"/>
          <a:stretch>
            <a:fillRect/>
          </a:stretch>
        </p:blipFill>
        <p:spPr>
          <a:xfrm>
            <a:off x="544286" y="0"/>
            <a:ext cx="11103429" cy="685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029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3B3EDD-9496-C8AC-F7A0-C490DCF5D2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234" t="7912" r="9333" b="5332"/>
          <a:stretch>
            <a:fillRect/>
          </a:stretch>
        </p:blipFill>
        <p:spPr>
          <a:xfrm>
            <a:off x="309155" y="0"/>
            <a:ext cx="11573691" cy="685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58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671A15-0FB7-D97B-C55A-A97322FD70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693" t="8693" r="9590" b="6322"/>
          <a:stretch>
            <a:fillRect/>
          </a:stretch>
        </p:blipFill>
        <p:spPr>
          <a:xfrm>
            <a:off x="309880" y="0"/>
            <a:ext cx="11572240" cy="685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48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59C38E-3B8B-ED0B-29FB-B0239DFDF4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85" t="9605" r="8872" b="6687"/>
          <a:stretch>
            <a:fillRect/>
          </a:stretch>
        </p:blipFill>
        <p:spPr>
          <a:xfrm>
            <a:off x="137160" y="-1"/>
            <a:ext cx="11917680" cy="686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214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0FAF56-6A93-DC2A-EF58-51AE106EB4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092" t="8333" r="9455" b="6334"/>
          <a:stretch>
            <a:fillRect/>
          </a:stretch>
        </p:blipFill>
        <p:spPr>
          <a:xfrm>
            <a:off x="278130" y="0"/>
            <a:ext cx="11635740" cy="685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172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00476C-3563-F80A-4439-DB76C1C6F9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453" t="8146" r="9275" b="4863"/>
          <a:stretch>
            <a:fillRect/>
          </a:stretch>
        </p:blipFill>
        <p:spPr>
          <a:xfrm>
            <a:off x="330679" y="0"/>
            <a:ext cx="115306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815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1">
            <a:extLst>
              <a:ext uri="{FF2B5EF4-FFF2-40B4-BE49-F238E27FC236}">
                <a16:creationId xmlns:a16="http://schemas.microsoft.com/office/drawing/2014/main" id="{DA4D6367-B616-C321-3BD4-B6ECCE9B06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352" t="8693" r="9274" b="5593"/>
          <a:stretch>
            <a:fillRect/>
          </a:stretch>
        </p:blipFill>
        <p:spPr>
          <a:xfrm>
            <a:off x="233680" y="0"/>
            <a:ext cx="11724640" cy="686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630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1">
            <a:extLst>
              <a:ext uri="{FF2B5EF4-FFF2-40B4-BE49-F238E27FC236}">
                <a16:creationId xmlns:a16="http://schemas.microsoft.com/office/drawing/2014/main" id="{3B8FFED4-4067-AC25-239C-91092DA596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941" t="7781" r="8659" b="4499"/>
          <a:stretch>
            <a:fillRect/>
          </a:stretch>
        </p:blipFill>
        <p:spPr>
          <a:xfrm>
            <a:off x="304800" y="0"/>
            <a:ext cx="11582400" cy="685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001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Regon Chen</dc:creator>
  <cp:lastModifiedBy>Regon Chen</cp:lastModifiedBy>
  <cp:revision>2</cp:revision>
  <dcterms:created xsi:type="dcterms:W3CDTF">2025-07-10T16:11:25Z</dcterms:created>
  <dcterms:modified xsi:type="dcterms:W3CDTF">2025-07-10T20:09:24Z</dcterms:modified>
</cp:coreProperties>
</file>