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A72A-9B67-1CDD-E917-910E3D4CF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EE031-A545-DA63-2FBF-787439D42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3BC6A-623E-259A-0D1C-804F4F84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4B788-FB1F-DBE6-482D-58B0AD17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84CF0-00C8-0AEF-C349-15D10BD1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11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6AC27-61EF-7C00-67E6-0BCBF99D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4159D-A4A0-57F6-8E07-11E135455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FDAD8-C5CC-BC8C-F081-CC44563D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93629-8FC5-A338-57B8-75FEECF2F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C7D03-3BF9-277D-AB18-C371FFA8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39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F7DB-3501-A780-CD57-375322F0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1B0ED-ECDD-F301-61B2-0B0FCB1FF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22A08-953D-721F-D3B6-41E8A438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34B3A-2C82-A8B7-2564-9A9306BE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82FDB-A456-3991-1101-D9CAC241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42DB-C080-61C6-657B-C87C9924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682D0-CF97-9006-2C82-DB960F24D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00F3B-9680-F225-DD0F-3A67602E9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BBD80-6EEF-927D-6411-778C49F7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05C8D-80EF-03CC-9F50-7348DA9C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224A0-FF22-FC69-E0B7-E2B3F252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22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D3A1-5F84-074D-ED59-CC3CFD85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675AF-9869-CBF5-FB50-80482EDE4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8B3A4-DBDE-3D5C-DF3C-5D736C29C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178B06-E1D6-5286-99F3-1D5E3D177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B0A05-7EAE-F7FC-3C9A-C062CFBE1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41BEE6-222E-E678-C8DB-A481B18A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A8C2A-EF7C-6D3A-A432-D3B73330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EF8541-8A65-A237-251C-8EA5240F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2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2ECD-0E3D-B2C5-F5D3-738DF6DE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68C815-DF8D-C50B-4144-50C7A8DE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0BF2C-EB7E-B362-AF29-8038BDDC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49103-5908-3A02-0F4C-34FD503F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0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35688-87D2-B2F0-83B6-A682AE9C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A7B2C4-EC73-24B8-5614-89AA0CCB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D233B-8A2B-EF0D-FAED-94497D4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78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DE7C-08CE-BBD7-7F79-D1E48E25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CCEE0-CCA2-834A-2041-EC5665B05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B60CA-4D8F-5FF5-FA66-CC8A04894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209C2-87F2-37DB-8FB8-C97907CD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7A433-670B-D722-9D04-3C91EE1B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21818-852A-68E0-F0A2-4D5B5380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97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FE625-D5B2-29B8-8EEC-6F11ECB1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E6D59A-1A16-61BF-734C-90D79D8D2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8544D-84D6-4C36-3B50-C48D2B612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E7222-7313-4DD6-252C-B185D3B8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AC93A-0315-F400-3074-022A98A3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8AF58-1EF7-518A-C248-3ADB1E42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5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CB2D-2E0C-D2B2-A67B-5C278CF9B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365CF-98DD-3A53-9B7D-1877748D9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98E05-A281-4E51-542D-B9144E5E3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0F67D-94D3-F3F3-55E1-1EF8D008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7C2CB-11EA-69AC-1482-507A021C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99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06EF3E-A4EC-2711-221F-F7D66A59B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993A6-7C83-B36B-4EDB-02EE6FC4D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0305C-C359-3A5D-8B13-D2D31BC6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615C1-07C2-E829-2320-79BCDD9E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02E12-6961-D0C7-E872-C16BA5EA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72E536-8863-6AB3-858A-75FE8D3E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B9143-2A41-4624-BFB2-12533D725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072AE-5E8B-2902-52EC-D95289556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0C5F6-CEA3-4AD5-8E00-96F746E5EA9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67C2E-99B9-C564-9EE8-165487B1B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D3DD3-D98B-8909-37AB-E90584186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859E0-FFFD-45B5-857B-0A8112253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0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FA86-E8C6-0545-CF6E-559EC246FE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A5829-668D-351B-E876-8608020F41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28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Regon Chen</dc:creator>
  <cp:lastModifiedBy>Regon Chen</cp:lastModifiedBy>
  <cp:revision>1</cp:revision>
  <dcterms:created xsi:type="dcterms:W3CDTF">2025-08-14T16:53:37Z</dcterms:created>
  <dcterms:modified xsi:type="dcterms:W3CDTF">2025-08-14T16:54:55Z</dcterms:modified>
</cp:coreProperties>
</file>